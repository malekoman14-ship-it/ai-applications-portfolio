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9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A5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41560"/>
            <a:ext cx="4639680" cy="223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06680" y="1096200"/>
            <a:ext cx="5647680" cy="1234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8500" b="1" u="none" strike="noStrike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8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20000" y="1832040"/>
            <a:ext cx="207180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1308960" y="1437120"/>
            <a:ext cx="893520" cy="3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8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3535920" y="1832040"/>
            <a:ext cx="207180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092480" y="1437120"/>
            <a:ext cx="893520" cy="3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8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6351840" y="1832040"/>
            <a:ext cx="207180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6908400" y="1437120"/>
            <a:ext cx="893520" cy="3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8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720000" y="3624480"/>
            <a:ext cx="207180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1308960" y="3232800"/>
            <a:ext cx="893520" cy="3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8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3535920" y="3624480"/>
            <a:ext cx="207180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10"/>
          <p:cNvSpPr>
            <a:spLocks noGrp="1"/>
          </p:cNvSpPr>
          <p:nvPr>
            <p:ph type="title"/>
          </p:nvPr>
        </p:nvSpPr>
        <p:spPr>
          <a:xfrm>
            <a:off x="4092480" y="3232800"/>
            <a:ext cx="893520" cy="3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8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1"/>
          <p:cNvSpPr>
            <a:spLocks noGrp="1"/>
          </p:cNvSpPr>
          <p:nvPr>
            <p:ph type="title"/>
          </p:nvPr>
        </p:nvSpPr>
        <p:spPr>
          <a:xfrm>
            <a:off x="6351840" y="3624480"/>
            <a:ext cx="207180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12"/>
          <p:cNvSpPr>
            <a:spLocks noGrp="1"/>
          </p:cNvSpPr>
          <p:nvPr>
            <p:ph type="title"/>
          </p:nvPr>
        </p:nvSpPr>
        <p:spPr>
          <a:xfrm>
            <a:off x="6908400" y="3232800"/>
            <a:ext cx="893520" cy="3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8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3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/>
          </p:nvPr>
        </p:nvSpPr>
        <p:spPr>
          <a:xfrm>
            <a:off x="713160" y="1208880"/>
            <a:ext cx="3858480" cy="158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360" y="3710160"/>
            <a:ext cx="4165920" cy="420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188680" y="887760"/>
            <a:ext cx="3237840" cy="1900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34200" y="1666080"/>
            <a:ext cx="2996280" cy="50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0" y="1818360"/>
            <a:ext cx="3267720" cy="50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309680" y="1818360"/>
            <a:ext cx="3267720" cy="50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191560" y="334368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2007360" y="334368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8280" y="2063160"/>
            <a:ext cx="3519720" cy="154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1736280" y="1231560"/>
            <a:ext cx="15037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5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1101600"/>
            <a:ext cx="3851640" cy="3467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0" y="1546560"/>
            <a:ext cx="3851640" cy="28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3599640" y="328248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title"/>
          </p:nvPr>
        </p:nvSpPr>
        <p:spPr>
          <a:xfrm>
            <a:off x="720000" y="259236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title"/>
          </p:nvPr>
        </p:nvSpPr>
        <p:spPr>
          <a:xfrm>
            <a:off x="6486120" y="259236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599640" y="267300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720000" y="267300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title"/>
          </p:nvPr>
        </p:nvSpPr>
        <p:spPr>
          <a:xfrm>
            <a:off x="6486120" y="267300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65440" y="1509120"/>
            <a:ext cx="19778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6300360" y="1509120"/>
            <a:ext cx="19778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title"/>
          </p:nvPr>
        </p:nvSpPr>
        <p:spPr>
          <a:xfrm>
            <a:off x="865440" y="3090600"/>
            <a:ext cx="19778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300360" y="3090600"/>
            <a:ext cx="19778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174040" y="1286640"/>
            <a:ext cx="198576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6145200" y="1286640"/>
            <a:ext cx="198576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2174040" y="3611520"/>
            <a:ext cx="198576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6145200" y="3611520"/>
            <a:ext cx="198576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title"/>
          </p:nvPr>
        </p:nvSpPr>
        <p:spPr>
          <a:xfrm>
            <a:off x="2174040" y="2449080"/>
            <a:ext cx="198576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6"/>
          <p:cNvSpPr>
            <a:spLocks noGrp="1"/>
          </p:cNvSpPr>
          <p:nvPr>
            <p:ph type="title"/>
          </p:nvPr>
        </p:nvSpPr>
        <p:spPr>
          <a:xfrm>
            <a:off x="6145200" y="2449080"/>
            <a:ext cx="198576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" name="PlaceHolder 7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13160" y="2909160"/>
            <a:ext cx="225792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3443040" y="2909160"/>
            <a:ext cx="225792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title"/>
          </p:nvPr>
        </p:nvSpPr>
        <p:spPr>
          <a:xfrm>
            <a:off x="6172920" y="2909160"/>
            <a:ext cx="225792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6480" y="720360"/>
            <a:ext cx="4738320" cy="89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Google Shape;141;p28"/>
          <p:cNvSpPr/>
          <p:nvPr/>
        </p:nvSpPr>
        <p:spPr>
          <a:xfrm flipH="1">
            <a:off x="713160" y="4205160"/>
            <a:ext cx="4284000" cy="4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, and includes icons, infographics and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3"/>
              </a:rPr>
              <a:t>Freepik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13160" y="1260360"/>
            <a:ext cx="3535200" cy="55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4895280" y="3195000"/>
            <a:ext cx="3535200" cy="55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3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4419720" y="1341000"/>
            <a:ext cx="3858480" cy="261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713160" y="2012040"/>
            <a:ext cx="2754720" cy="104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447280" y="662760"/>
            <a:ext cx="598356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19160" y="1685520"/>
            <a:ext cx="4694760" cy="65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172520" y="3692880"/>
            <a:ext cx="6798600" cy="875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849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9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2A6C-E96D-8052-4B8D-A819B8157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6" y="584348"/>
            <a:ext cx="7886699" cy="22320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AI in Smart Cities and Transportation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EB121-7A6C-FEE9-04D5-EA77E1FB49E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7206" y="3443286"/>
            <a:ext cx="8229240" cy="125035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</a:rPr>
              <a:t>Presented by : Oman Malek</a:t>
            </a:r>
            <a:endParaRPr lang="en-I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335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/>
          </p:nvPr>
        </p:nvSpPr>
        <p:spPr>
          <a:xfrm>
            <a:off x="319314" y="2073060"/>
            <a:ext cx="8229240" cy="2982960"/>
          </a:xfrm>
        </p:spPr>
        <p:txBody>
          <a:bodyPr/>
          <a:lstStyle/>
          <a:p>
            <a:r>
              <a:rPr sz="3200" dirty="0">
                <a:solidFill>
                  <a:schemeClr val="accent1"/>
                </a:solidFill>
              </a:rPr>
              <a:t>A Case Study on Singapore’s Intelligent Transport System</a:t>
            </a:r>
          </a:p>
          <a:p>
            <a:r>
              <a:rPr sz="3200" dirty="0">
                <a:solidFill>
                  <a:schemeClr val="accent1"/>
                </a:solidFill>
              </a:rPr>
              <a:t>Focus on how AI improves transportation efficiency and sustainability</a:t>
            </a:r>
          </a:p>
          <a:p>
            <a:r>
              <a:rPr sz="3200" dirty="0">
                <a:solidFill>
                  <a:schemeClr val="accent1"/>
                </a:solidFill>
              </a:rPr>
              <a:t>Explores real-world applications and future innovations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115" y="87480"/>
            <a:ext cx="8091714" cy="1668749"/>
          </a:xfrm>
        </p:spPr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Smart Cities &amp; AI: Revolutionizing How We Move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962832" cy="3810972"/>
          </a:xfrm>
        </p:spPr>
        <p:txBody>
          <a:bodyPr>
            <a:noAutofit/>
          </a:bodyPr>
          <a:lstStyle/>
          <a:p>
            <a:r>
              <a:rPr sz="2800" dirty="0">
                <a:solidFill>
                  <a:schemeClr val="accent1"/>
                </a:solidFill>
              </a:rPr>
              <a:t>A city that uses AI and </a:t>
            </a:r>
            <a:r>
              <a:rPr lang="en-US" sz="2800" dirty="0">
                <a:solidFill>
                  <a:schemeClr val="accent1"/>
                </a:solidFill>
              </a:rPr>
              <a:t>help a </a:t>
            </a:r>
            <a:r>
              <a:rPr sz="2800" dirty="0">
                <a:solidFill>
                  <a:schemeClr val="accent1"/>
                </a:solidFill>
              </a:rPr>
              <a:t>Io</a:t>
            </a:r>
            <a:r>
              <a:rPr lang="en-US" sz="2800" dirty="0">
                <a:solidFill>
                  <a:schemeClr val="accent1"/>
                </a:solidFill>
              </a:rPr>
              <a:t>t</a:t>
            </a:r>
            <a:r>
              <a:rPr sz="2800" dirty="0">
                <a:solidFill>
                  <a:schemeClr val="accent1"/>
                </a:solidFill>
              </a:rPr>
              <a:t> to improve daily life</a:t>
            </a:r>
          </a:p>
          <a:p>
            <a:r>
              <a:rPr sz="2800" dirty="0">
                <a:solidFill>
                  <a:schemeClr val="accent1"/>
                </a:solidFill>
              </a:rPr>
              <a:t>Uses sensors, data, and automation to manage resources efficiently</a:t>
            </a:r>
          </a:p>
          <a:p>
            <a:r>
              <a:rPr sz="2800" dirty="0">
                <a:solidFill>
                  <a:schemeClr val="accent1"/>
                </a:solidFill>
              </a:rPr>
              <a:t>Example: Smart traffic lights adjust timing based on congestion</a:t>
            </a:r>
          </a:p>
          <a:p>
            <a:r>
              <a:rPr sz="2800" dirty="0">
                <a:solidFill>
                  <a:schemeClr val="accent1"/>
                </a:solidFill>
              </a:rPr>
              <a:t>Goal: Make cities safer, cleaner, and more efficient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273" y="0"/>
            <a:ext cx="7255183" cy="957060"/>
          </a:xfrm>
        </p:spPr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What is a Smart City?</a:t>
            </a:r>
          </a:p>
        </p:txBody>
      </p:sp>
      <p:grpSp>
        <p:nvGrpSpPr>
          <p:cNvPr id="4" name="Google Shape;154;p32">
            <a:extLst>
              <a:ext uri="{FF2B5EF4-FFF2-40B4-BE49-F238E27FC236}">
                <a16:creationId xmlns:a16="http://schemas.microsoft.com/office/drawing/2014/main" id="{FC240D63-FCDF-A235-A384-411E2E7694C1}"/>
              </a:ext>
            </a:extLst>
          </p:cNvPr>
          <p:cNvGrpSpPr/>
          <p:nvPr/>
        </p:nvGrpSpPr>
        <p:grpSpPr>
          <a:xfrm>
            <a:off x="5773994" y="1310026"/>
            <a:ext cx="3529126" cy="3810973"/>
            <a:chOff x="5063760" y="191880"/>
            <a:chExt cx="4239360" cy="4929120"/>
          </a:xfrm>
        </p:grpSpPr>
        <p:sp>
          <p:nvSpPr>
            <p:cNvPr id="5" name="Google Shape;155;p32">
              <a:extLst>
                <a:ext uri="{FF2B5EF4-FFF2-40B4-BE49-F238E27FC236}">
                  <a16:creationId xmlns:a16="http://schemas.microsoft.com/office/drawing/2014/main" id="{F5750669-2CDA-9262-F0F0-A2AFC8A3128A}"/>
                </a:ext>
              </a:extLst>
            </p:cNvPr>
            <p:cNvSpPr/>
            <p:nvPr/>
          </p:nvSpPr>
          <p:spPr>
            <a:xfrm>
              <a:off x="5080680" y="679680"/>
              <a:ext cx="859320" cy="928440"/>
            </a:xfrm>
            <a:custGeom>
              <a:avLst/>
              <a:gdLst>
                <a:gd name="textAreaLeft" fmla="*/ 0 w 859320"/>
                <a:gd name="textAreaRight" fmla="*/ 859680 w 859320"/>
                <a:gd name="textAreaTop" fmla="*/ 0 h 928440"/>
                <a:gd name="textAreaBottom" fmla="*/ 928800 h 928440"/>
              </a:gdLst>
              <a:ahLst/>
              <a:cxnLst/>
              <a:rect l="textAreaLeft" t="textAreaTop" r="textAreaRight" b="textAreaBottom"/>
              <a:pathLst>
                <a:path w="31123" h="33625">
                  <a:moveTo>
                    <a:pt x="2402" y="0"/>
                  </a:moveTo>
                  <a:cubicBezTo>
                    <a:pt x="1101" y="0"/>
                    <a:pt x="0" y="1068"/>
                    <a:pt x="0" y="2402"/>
                  </a:cubicBezTo>
                  <a:lnTo>
                    <a:pt x="0" y="31256"/>
                  </a:lnTo>
                  <a:cubicBezTo>
                    <a:pt x="0" y="32557"/>
                    <a:pt x="1034" y="33624"/>
                    <a:pt x="2402" y="33624"/>
                  </a:cubicBezTo>
                  <a:lnTo>
                    <a:pt x="28687" y="33624"/>
                  </a:lnTo>
                  <a:cubicBezTo>
                    <a:pt x="30022" y="33624"/>
                    <a:pt x="31122" y="32557"/>
                    <a:pt x="31122" y="31256"/>
                  </a:cubicBezTo>
                  <a:lnTo>
                    <a:pt x="31122" y="2402"/>
                  </a:lnTo>
                  <a:cubicBezTo>
                    <a:pt x="31122" y="1101"/>
                    <a:pt x="30088" y="0"/>
                    <a:pt x="28754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56;p32">
              <a:extLst>
                <a:ext uri="{FF2B5EF4-FFF2-40B4-BE49-F238E27FC236}">
                  <a16:creationId xmlns:a16="http://schemas.microsoft.com/office/drawing/2014/main" id="{91F074F4-8DDC-BDEE-39EB-38327B3F8BF7}"/>
                </a:ext>
              </a:extLst>
            </p:cNvPr>
            <p:cNvSpPr/>
            <p:nvPr/>
          </p:nvSpPr>
          <p:spPr>
            <a:xfrm>
              <a:off x="5124600" y="641160"/>
              <a:ext cx="858600" cy="928440"/>
            </a:xfrm>
            <a:custGeom>
              <a:avLst/>
              <a:gdLst>
                <a:gd name="textAreaLeft" fmla="*/ 0 w 858600"/>
                <a:gd name="textAreaRight" fmla="*/ 858960 w 858600"/>
                <a:gd name="textAreaTop" fmla="*/ 0 h 928440"/>
                <a:gd name="textAreaBottom" fmla="*/ 928800 h 928440"/>
              </a:gdLst>
              <a:ahLst/>
              <a:cxnLst/>
              <a:rect l="textAreaLeft" t="textAreaTop" r="textAreaRight" b="textAreaBottom"/>
              <a:pathLst>
                <a:path w="31090" h="33625">
                  <a:moveTo>
                    <a:pt x="2369" y="0"/>
                  </a:moveTo>
                  <a:cubicBezTo>
                    <a:pt x="1068" y="0"/>
                    <a:pt x="0" y="1034"/>
                    <a:pt x="0" y="2369"/>
                  </a:cubicBezTo>
                  <a:lnTo>
                    <a:pt x="0" y="31223"/>
                  </a:lnTo>
                  <a:cubicBezTo>
                    <a:pt x="0" y="32524"/>
                    <a:pt x="1034" y="33624"/>
                    <a:pt x="2369" y="33624"/>
                  </a:cubicBezTo>
                  <a:lnTo>
                    <a:pt x="28721" y="33624"/>
                  </a:lnTo>
                  <a:cubicBezTo>
                    <a:pt x="30022" y="33624"/>
                    <a:pt x="31089" y="32524"/>
                    <a:pt x="31089" y="31223"/>
                  </a:cubicBezTo>
                  <a:lnTo>
                    <a:pt x="31089" y="2369"/>
                  </a:lnTo>
                  <a:cubicBezTo>
                    <a:pt x="31089" y="1068"/>
                    <a:pt x="30055" y="0"/>
                    <a:pt x="2872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57;p32">
              <a:extLst>
                <a:ext uri="{FF2B5EF4-FFF2-40B4-BE49-F238E27FC236}">
                  <a16:creationId xmlns:a16="http://schemas.microsoft.com/office/drawing/2014/main" id="{F6D7AF75-F175-0237-E651-88AD1CC620FD}"/>
                </a:ext>
              </a:extLst>
            </p:cNvPr>
            <p:cNvSpPr/>
            <p:nvPr/>
          </p:nvSpPr>
          <p:spPr>
            <a:xfrm>
              <a:off x="5195880" y="732240"/>
              <a:ext cx="317520" cy="745200"/>
            </a:xfrm>
            <a:custGeom>
              <a:avLst/>
              <a:gdLst>
                <a:gd name="textAreaLeft" fmla="*/ 0 w 317520"/>
                <a:gd name="textAreaRight" fmla="*/ 317880 w 31752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510" h="26987">
                  <a:moveTo>
                    <a:pt x="2136" y="1"/>
                  </a:moveTo>
                  <a:cubicBezTo>
                    <a:pt x="968" y="1"/>
                    <a:pt x="1" y="968"/>
                    <a:pt x="1" y="2102"/>
                  </a:cubicBezTo>
                  <a:lnTo>
                    <a:pt x="1" y="24852"/>
                  </a:lnTo>
                  <a:cubicBezTo>
                    <a:pt x="1" y="26019"/>
                    <a:pt x="968" y="26987"/>
                    <a:pt x="2136" y="26987"/>
                  </a:cubicBezTo>
                  <a:lnTo>
                    <a:pt x="9408" y="26987"/>
                  </a:lnTo>
                  <a:cubicBezTo>
                    <a:pt x="10575" y="26987"/>
                    <a:pt x="11476" y="26019"/>
                    <a:pt x="11509" y="24852"/>
                  </a:cubicBezTo>
                  <a:lnTo>
                    <a:pt x="11509" y="2102"/>
                  </a:lnTo>
                  <a:cubicBezTo>
                    <a:pt x="11509" y="935"/>
                    <a:pt x="10575" y="1"/>
                    <a:pt x="9408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8;p32">
              <a:extLst>
                <a:ext uri="{FF2B5EF4-FFF2-40B4-BE49-F238E27FC236}">
                  <a16:creationId xmlns:a16="http://schemas.microsoft.com/office/drawing/2014/main" id="{CF9EFAF1-9EE8-3CD8-9D2C-C5559B6D92DA}"/>
                </a:ext>
              </a:extLst>
            </p:cNvPr>
            <p:cNvSpPr/>
            <p:nvPr/>
          </p:nvSpPr>
          <p:spPr>
            <a:xfrm>
              <a:off x="5586480" y="77832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1"/>
                  </a:moveTo>
                  <a:cubicBezTo>
                    <a:pt x="134" y="1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1"/>
                    <a:pt x="11775" y="234"/>
                  </a:cubicBezTo>
                  <a:cubicBezTo>
                    <a:pt x="11775" y="101"/>
                    <a:pt x="11642" y="1"/>
                    <a:pt x="11508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59;p32">
              <a:extLst>
                <a:ext uri="{FF2B5EF4-FFF2-40B4-BE49-F238E27FC236}">
                  <a16:creationId xmlns:a16="http://schemas.microsoft.com/office/drawing/2014/main" id="{DF62AB51-4E77-D448-2DD1-A871BBB78630}"/>
                </a:ext>
              </a:extLst>
            </p:cNvPr>
            <p:cNvSpPr/>
            <p:nvPr/>
          </p:nvSpPr>
          <p:spPr>
            <a:xfrm>
              <a:off x="5586480" y="86796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0"/>
                  </a:moveTo>
                  <a:cubicBezTo>
                    <a:pt x="134" y="0"/>
                    <a:pt x="0" y="134"/>
                    <a:pt x="0" y="267"/>
                  </a:cubicBezTo>
                  <a:cubicBezTo>
                    <a:pt x="0" y="400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34"/>
                    <a:pt x="11775" y="267"/>
                  </a:cubicBezTo>
                  <a:cubicBezTo>
                    <a:pt x="11775" y="134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60;p32">
              <a:extLst>
                <a:ext uri="{FF2B5EF4-FFF2-40B4-BE49-F238E27FC236}">
                  <a16:creationId xmlns:a16="http://schemas.microsoft.com/office/drawing/2014/main" id="{B36113EC-B224-12DB-76EA-9317E83366B6}"/>
                </a:ext>
              </a:extLst>
            </p:cNvPr>
            <p:cNvSpPr/>
            <p:nvPr/>
          </p:nvSpPr>
          <p:spPr>
            <a:xfrm>
              <a:off x="5586480" y="95796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0"/>
                  </a:moveTo>
                  <a:cubicBezTo>
                    <a:pt x="134" y="0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0"/>
                    <a:pt x="11775" y="234"/>
                  </a:cubicBezTo>
                  <a:cubicBezTo>
                    <a:pt x="11775" y="100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61;p32">
              <a:extLst>
                <a:ext uri="{FF2B5EF4-FFF2-40B4-BE49-F238E27FC236}">
                  <a16:creationId xmlns:a16="http://schemas.microsoft.com/office/drawing/2014/main" id="{F3B72ABB-1F4F-2FDC-2335-198796283C65}"/>
                </a:ext>
              </a:extLst>
            </p:cNvPr>
            <p:cNvSpPr/>
            <p:nvPr/>
          </p:nvSpPr>
          <p:spPr>
            <a:xfrm>
              <a:off x="7382880" y="1647000"/>
              <a:ext cx="772920" cy="911160"/>
            </a:xfrm>
            <a:custGeom>
              <a:avLst/>
              <a:gdLst>
                <a:gd name="textAreaLeft" fmla="*/ 0 w 772920"/>
                <a:gd name="textAreaRight" fmla="*/ 773280 w 772920"/>
                <a:gd name="textAreaTop" fmla="*/ 0 h 911160"/>
                <a:gd name="textAreaBottom" fmla="*/ 911520 h 911160"/>
              </a:gdLst>
              <a:ahLst/>
              <a:cxnLst/>
              <a:rect l="textAreaLeft" t="textAreaTop" r="textAreaRight" b="textAreaBottom"/>
              <a:pathLst>
                <a:path w="27988" h="32991">
                  <a:moveTo>
                    <a:pt x="2302" y="0"/>
                  </a:moveTo>
                  <a:cubicBezTo>
                    <a:pt x="1035" y="0"/>
                    <a:pt x="1" y="1068"/>
                    <a:pt x="1" y="2302"/>
                  </a:cubicBezTo>
                  <a:lnTo>
                    <a:pt x="1" y="30689"/>
                  </a:lnTo>
                  <a:cubicBezTo>
                    <a:pt x="1" y="31956"/>
                    <a:pt x="1035" y="32990"/>
                    <a:pt x="2302" y="32990"/>
                  </a:cubicBezTo>
                  <a:lnTo>
                    <a:pt x="25686" y="32990"/>
                  </a:lnTo>
                  <a:cubicBezTo>
                    <a:pt x="26953" y="32990"/>
                    <a:pt x="27987" y="31990"/>
                    <a:pt x="27987" y="30689"/>
                  </a:cubicBezTo>
                  <a:lnTo>
                    <a:pt x="27987" y="2302"/>
                  </a:lnTo>
                  <a:cubicBezTo>
                    <a:pt x="27987" y="1068"/>
                    <a:pt x="26953" y="0"/>
                    <a:pt x="25686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62;p32">
              <a:extLst>
                <a:ext uri="{FF2B5EF4-FFF2-40B4-BE49-F238E27FC236}">
                  <a16:creationId xmlns:a16="http://schemas.microsoft.com/office/drawing/2014/main" id="{595F5B2A-01B0-213B-F990-545C77DDE94A}"/>
                </a:ext>
              </a:extLst>
            </p:cNvPr>
            <p:cNvSpPr/>
            <p:nvPr/>
          </p:nvSpPr>
          <p:spPr>
            <a:xfrm>
              <a:off x="7441200" y="1595520"/>
              <a:ext cx="771840" cy="911160"/>
            </a:xfrm>
            <a:custGeom>
              <a:avLst/>
              <a:gdLst>
                <a:gd name="textAreaLeft" fmla="*/ 0 w 771840"/>
                <a:gd name="textAreaRight" fmla="*/ 772200 w 771840"/>
                <a:gd name="textAreaTop" fmla="*/ 0 h 911160"/>
                <a:gd name="textAreaBottom" fmla="*/ 911520 h 911160"/>
              </a:gdLst>
              <a:ahLst/>
              <a:cxnLst/>
              <a:rect l="textAreaLeft" t="textAreaTop" r="textAreaRight" b="textAreaBottom"/>
              <a:pathLst>
                <a:path w="27954" h="32991">
                  <a:moveTo>
                    <a:pt x="2268" y="0"/>
                  </a:moveTo>
                  <a:cubicBezTo>
                    <a:pt x="1034" y="0"/>
                    <a:pt x="0" y="1034"/>
                    <a:pt x="0" y="2302"/>
                  </a:cubicBezTo>
                  <a:lnTo>
                    <a:pt x="0" y="30689"/>
                  </a:lnTo>
                  <a:cubicBezTo>
                    <a:pt x="0" y="31956"/>
                    <a:pt x="1034" y="32990"/>
                    <a:pt x="2268" y="32990"/>
                  </a:cubicBezTo>
                  <a:lnTo>
                    <a:pt x="25685" y="32990"/>
                  </a:lnTo>
                  <a:cubicBezTo>
                    <a:pt x="26919" y="32990"/>
                    <a:pt x="27953" y="31956"/>
                    <a:pt x="27953" y="30689"/>
                  </a:cubicBezTo>
                  <a:lnTo>
                    <a:pt x="27953" y="2302"/>
                  </a:lnTo>
                  <a:cubicBezTo>
                    <a:pt x="27953" y="1034"/>
                    <a:pt x="26919" y="0"/>
                    <a:pt x="2568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163;p32">
              <a:extLst>
                <a:ext uri="{FF2B5EF4-FFF2-40B4-BE49-F238E27FC236}">
                  <a16:creationId xmlns:a16="http://schemas.microsoft.com/office/drawing/2014/main" id="{B41B3D74-DFDB-A651-55B0-E6F215EF5EAB}"/>
                </a:ext>
              </a:extLst>
            </p:cNvPr>
            <p:cNvSpPr/>
            <p:nvPr/>
          </p:nvSpPr>
          <p:spPr>
            <a:xfrm>
              <a:off x="7535160" y="1723680"/>
              <a:ext cx="240120" cy="439200"/>
            </a:xfrm>
            <a:custGeom>
              <a:avLst/>
              <a:gdLst>
                <a:gd name="textAreaLeft" fmla="*/ 0 w 240120"/>
                <a:gd name="textAreaRight" fmla="*/ 240480 w 240120"/>
                <a:gd name="textAreaTop" fmla="*/ 0 h 439200"/>
                <a:gd name="textAreaBottom" fmla="*/ 439560 h 439200"/>
              </a:gdLst>
              <a:ahLst/>
              <a:cxnLst/>
              <a:rect l="textAreaLeft" t="textAreaTop" r="textAreaRight" b="textAreaBottom"/>
              <a:pathLst>
                <a:path w="8707" h="15913">
                  <a:moveTo>
                    <a:pt x="1668" y="1"/>
                  </a:moveTo>
                  <a:cubicBezTo>
                    <a:pt x="768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68" y="15912"/>
                    <a:pt x="1668" y="15912"/>
                  </a:cubicBezTo>
                  <a:lnTo>
                    <a:pt x="7039" y="15912"/>
                  </a:lnTo>
                  <a:cubicBezTo>
                    <a:pt x="7973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73" y="1"/>
                    <a:pt x="7039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164;p32">
              <a:extLst>
                <a:ext uri="{FF2B5EF4-FFF2-40B4-BE49-F238E27FC236}">
                  <a16:creationId xmlns:a16="http://schemas.microsoft.com/office/drawing/2014/main" id="{30C6D139-4DBB-3B40-65C1-D632B9AE63A4}"/>
                </a:ext>
              </a:extLst>
            </p:cNvPr>
            <p:cNvSpPr/>
            <p:nvPr/>
          </p:nvSpPr>
          <p:spPr>
            <a:xfrm>
              <a:off x="7878600" y="1723680"/>
              <a:ext cx="240120" cy="439200"/>
            </a:xfrm>
            <a:custGeom>
              <a:avLst/>
              <a:gdLst>
                <a:gd name="textAreaLeft" fmla="*/ 0 w 240120"/>
                <a:gd name="textAreaRight" fmla="*/ 240480 w 240120"/>
                <a:gd name="textAreaTop" fmla="*/ 0 h 439200"/>
                <a:gd name="textAreaBottom" fmla="*/ 439560 h 439200"/>
              </a:gdLst>
              <a:ahLst/>
              <a:cxnLst/>
              <a:rect l="textAreaLeft" t="textAreaTop" r="textAreaRight" b="textAreaBottom"/>
              <a:pathLst>
                <a:path w="8707" h="15913">
                  <a:moveTo>
                    <a:pt x="1669" y="1"/>
                  </a:moveTo>
                  <a:cubicBezTo>
                    <a:pt x="735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35" y="15912"/>
                    <a:pt x="1669" y="15912"/>
                  </a:cubicBezTo>
                  <a:lnTo>
                    <a:pt x="7039" y="15912"/>
                  </a:lnTo>
                  <a:cubicBezTo>
                    <a:pt x="7940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40" y="1"/>
                    <a:pt x="7039" y="1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165;p32">
              <a:extLst>
                <a:ext uri="{FF2B5EF4-FFF2-40B4-BE49-F238E27FC236}">
                  <a16:creationId xmlns:a16="http://schemas.microsoft.com/office/drawing/2014/main" id="{76736857-E0C8-1B01-F1A1-8B43BF48DAB3}"/>
                </a:ext>
              </a:extLst>
            </p:cNvPr>
            <p:cNvSpPr/>
            <p:nvPr/>
          </p:nvSpPr>
          <p:spPr>
            <a:xfrm>
              <a:off x="7576560" y="2225880"/>
              <a:ext cx="501120" cy="27360"/>
            </a:xfrm>
            <a:custGeom>
              <a:avLst/>
              <a:gdLst>
                <a:gd name="textAreaLeft" fmla="*/ 0 w 501120"/>
                <a:gd name="textAreaRight" fmla="*/ 501480 w 5011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8147" h="1002">
                  <a:moveTo>
                    <a:pt x="501" y="0"/>
                  </a:moveTo>
                  <a:cubicBezTo>
                    <a:pt x="201" y="0"/>
                    <a:pt x="1" y="201"/>
                    <a:pt x="1" y="501"/>
                  </a:cubicBezTo>
                  <a:cubicBezTo>
                    <a:pt x="1" y="801"/>
                    <a:pt x="201" y="1001"/>
                    <a:pt x="501" y="1001"/>
                  </a:cubicBezTo>
                  <a:lnTo>
                    <a:pt x="17613" y="1001"/>
                  </a:lnTo>
                  <a:cubicBezTo>
                    <a:pt x="17880" y="1001"/>
                    <a:pt x="18147" y="734"/>
                    <a:pt x="18114" y="501"/>
                  </a:cubicBezTo>
                  <a:cubicBezTo>
                    <a:pt x="18114" y="201"/>
                    <a:pt x="17880" y="0"/>
                    <a:pt x="176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166;p32">
              <a:extLst>
                <a:ext uri="{FF2B5EF4-FFF2-40B4-BE49-F238E27FC236}">
                  <a16:creationId xmlns:a16="http://schemas.microsoft.com/office/drawing/2014/main" id="{D9B741F9-EBE3-0410-3607-A47154BF9362}"/>
                </a:ext>
              </a:extLst>
            </p:cNvPr>
            <p:cNvSpPr/>
            <p:nvPr/>
          </p:nvSpPr>
          <p:spPr>
            <a:xfrm>
              <a:off x="7588440" y="2295000"/>
              <a:ext cx="478800" cy="27360"/>
            </a:xfrm>
            <a:custGeom>
              <a:avLst/>
              <a:gdLst>
                <a:gd name="textAreaLeft" fmla="*/ 0 w 478800"/>
                <a:gd name="textAreaRight" fmla="*/ 479160 w 47880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7346" h="1001">
                  <a:moveTo>
                    <a:pt x="501" y="0"/>
                  </a:moveTo>
                  <a:cubicBezTo>
                    <a:pt x="200" y="0"/>
                    <a:pt x="0" y="200"/>
                    <a:pt x="0" y="501"/>
                  </a:cubicBezTo>
                  <a:cubicBezTo>
                    <a:pt x="0" y="801"/>
                    <a:pt x="200" y="1001"/>
                    <a:pt x="501" y="1001"/>
                  </a:cubicBezTo>
                  <a:lnTo>
                    <a:pt x="16779" y="1001"/>
                  </a:lnTo>
                  <a:cubicBezTo>
                    <a:pt x="17079" y="1001"/>
                    <a:pt x="17279" y="734"/>
                    <a:pt x="17346" y="501"/>
                  </a:cubicBezTo>
                  <a:cubicBezTo>
                    <a:pt x="17346" y="200"/>
                    <a:pt x="17112" y="0"/>
                    <a:pt x="1684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167;p32">
              <a:extLst>
                <a:ext uri="{FF2B5EF4-FFF2-40B4-BE49-F238E27FC236}">
                  <a16:creationId xmlns:a16="http://schemas.microsoft.com/office/drawing/2014/main" id="{6A3A25D7-F351-DADC-1100-9E9ADD3F7A2F}"/>
                </a:ext>
              </a:extLst>
            </p:cNvPr>
            <p:cNvSpPr/>
            <p:nvPr/>
          </p:nvSpPr>
          <p:spPr>
            <a:xfrm>
              <a:off x="5290200" y="4839480"/>
              <a:ext cx="3840480" cy="281520"/>
            </a:xfrm>
            <a:custGeom>
              <a:avLst/>
              <a:gdLst>
                <a:gd name="textAreaLeft" fmla="*/ 0 w 3840480"/>
                <a:gd name="textAreaRight" fmla="*/ 3840840 w 384048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39033" h="10208">
                  <a:moveTo>
                    <a:pt x="0" y="0"/>
                  </a:moveTo>
                  <a:lnTo>
                    <a:pt x="0" y="10207"/>
                  </a:lnTo>
                  <a:lnTo>
                    <a:pt x="139033" y="10207"/>
                  </a:lnTo>
                  <a:lnTo>
                    <a:pt x="139033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168;p32">
              <a:extLst>
                <a:ext uri="{FF2B5EF4-FFF2-40B4-BE49-F238E27FC236}">
                  <a16:creationId xmlns:a16="http://schemas.microsoft.com/office/drawing/2014/main" id="{A7E01FD8-269B-3561-FAE8-B4FBEAD2C549}"/>
                </a:ext>
              </a:extLst>
            </p:cNvPr>
            <p:cNvSpPr/>
            <p:nvPr/>
          </p:nvSpPr>
          <p:spPr>
            <a:xfrm>
              <a:off x="5290200" y="4671000"/>
              <a:ext cx="3840480" cy="168480"/>
            </a:xfrm>
            <a:custGeom>
              <a:avLst/>
              <a:gdLst>
                <a:gd name="textAreaLeft" fmla="*/ 0 w 3840480"/>
                <a:gd name="textAreaRight" fmla="*/ 3840840 w 3840480"/>
                <a:gd name="textAreaTop" fmla="*/ 0 h 168480"/>
                <a:gd name="textAreaBottom" fmla="*/ 168840 h 168480"/>
              </a:gdLst>
              <a:ahLst/>
              <a:cxnLst/>
              <a:rect l="textAreaLeft" t="textAreaTop" r="textAreaRight" b="textAreaBottom"/>
              <a:pathLst>
                <a:path w="139033" h="6106">
                  <a:moveTo>
                    <a:pt x="6071" y="1"/>
                  </a:moveTo>
                  <a:cubicBezTo>
                    <a:pt x="2702" y="1"/>
                    <a:pt x="0" y="2769"/>
                    <a:pt x="0" y="6105"/>
                  </a:cubicBezTo>
                  <a:lnTo>
                    <a:pt x="139033" y="6105"/>
                  </a:lnTo>
                  <a:cubicBezTo>
                    <a:pt x="139033" y="2769"/>
                    <a:pt x="136298" y="34"/>
                    <a:pt x="13299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240" bIns="84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169;p32">
              <a:extLst>
                <a:ext uri="{FF2B5EF4-FFF2-40B4-BE49-F238E27FC236}">
                  <a16:creationId xmlns:a16="http://schemas.microsoft.com/office/drawing/2014/main" id="{9DC4542D-55FD-42B2-3D36-BE219042A2D0}"/>
                </a:ext>
              </a:extLst>
            </p:cNvPr>
            <p:cNvSpPr/>
            <p:nvPr/>
          </p:nvSpPr>
          <p:spPr>
            <a:xfrm>
              <a:off x="5416920" y="1119240"/>
              <a:ext cx="1178280" cy="893520"/>
            </a:xfrm>
            <a:custGeom>
              <a:avLst/>
              <a:gdLst>
                <a:gd name="textAreaLeft" fmla="*/ 0 w 1178280"/>
                <a:gd name="textAreaRight" fmla="*/ 1178640 w 1178280"/>
                <a:gd name="textAreaTop" fmla="*/ 0 h 893520"/>
                <a:gd name="textAreaBottom" fmla="*/ 893880 h 893520"/>
              </a:gdLst>
              <a:ahLst/>
              <a:cxnLst/>
              <a:rect l="textAreaLeft" t="textAreaTop" r="textAreaRight" b="textAreaBottom"/>
              <a:pathLst>
                <a:path w="42665" h="32358">
                  <a:moveTo>
                    <a:pt x="3970" y="1"/>
                  </a:moveTo>
                  <a:cubicBezTo>
                    <a:pt x="1768" y="1"/>
                    <a:pt x="1" y="1769"/>
                    <a:pt x="1" y="3970"/>
                  </a:cubicBezTo>
                  <a:lnTo>
                    <a:pt x="1" y="28388"/>
                  </a:lnTo>
                  <a:cubicBezTo>
                    <a:pt x="1" y="30589"/>
                    <a:pt x="1802" y="32357"/>
                    <a:pt x="3970" y="32357"/>
                  </a:cubicBezTo>
                  <a:lnTo>
                    <a:pt x="38695" y="32357"/>
                  </a:lnTo>
                  <a:cubicBezTo>
                    <a:pt x="40863" y="32357"/>
                    <a:pt x="42664" y="30589"/>
                    <a:pt x="42664" y="28388"/>
                  </a:cubicBezTo>
                  <a:lnTo>
                    <a:pt x="42664" y="3970"/>
                  </a:lnTo>
                  <a:cubicBezTo>
                    <a:pt x="42664" y="1735"/>
                    <a:pt x="40863" y="1"/>
                    <a:pt x="3869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170;p32">
              <a:extLst>
                <a:ext uri="{FF2B5EF4-FFF2-40B4-BE49-F238E27FC236}">
                  <a16:creationId xmlns:a16="http://schemas.microsoft.com/office/drawing/2014/main" id="{E13C6621-83C9-7184-6B12-D24A57F7F3E7}"/>
                </a:ext>
              </a:extLst>
            </p:cNvPr>
            <p:cNvSpPr/>
            <p:nvPr/>
          </p:nvSpPr>
          <p:spPr>
            <a:xfrm>
              <a:off x="5467680" y="1061280"/>
              <a:ext cx="1178280" cy="893520"/>
            </a:xfrm>
            <a:custGeom>
              <a:avLst/>
              <a:gdLst>
                <a:gd name="textAreaLeft" fmla="*/ 0 w 1178280"/>
                <a:gd name="textAreaRight" fmla="*/ 1178640 w 1178280"/>
                <a:gd name="textAreaTop" fmla="*/ 0 h 893520"/>
                <a:gd name="textAreaBottom" fmla="*/ 893880 h 893520"/>
              </a:gdLst>
              <a:ahLst/>
              <a:cxnLst/>
              <a:rect l="textAreaLeft" t="textAreaTop" r="textAreaRight" b="textAreaBottom"/>
              <a:pathLst>
                <a:path w="42664" h="32357">
                  <a:moveTo>
                    <a:pt x="3970" y="0"/>
                  </a:moveTo>
                  <a:cubicBezTo>
                    <a:pt x="1768" y="0"/>
                    <a:pt x="0" y="1801"/>
                    <a:pt x="0" y="3970"/>
                  </a:cubicBezTo>
                  <a:lnTo>
                    <a:pt x="0" y="28421"/>
                  </a:lnTo>
                  <a:cubicBezTo>
                    <a:pt x="0" y="30622"/>
                    <a:pt x="1801" y="32357"/>
                    <a:pt x="3970" y="32357"/>
                  </a:cubicBezTo>
                  <a:lnTo>
                    <a:pt x="38661" y="32357"/>
                  </a:lnTo>
                  <a:cubicBezTo>
                    <a:pt x="40863" y="32357"/>
                    <a:pt x="42631" y="30622"/>
                    <a:pt x="42664" y="28421"/>
                  </a:cubicBezTo>
                  <a:lnTo>
                    <a:pt x="42664" y="3970"/>
                  </a:lnTo>
                  <a:cubicBezTo>
                    <a:pt x="42664" y="1768"/>
                    <a:pt x="40863" y="0"/>
                    <a:pt x="38694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171;p32">
              <a:extLst>
                <a:ext uri="{FF2B5EF4-FFF2-40B4-BE49-F238E27FC236}">
                  <a16:creationId xmlns:a16="http://schemas.microsoft.com/office/drawing/2014/main" id="{D1546A15-9C93-7FDF-159F-729BDCAB1A78}"/>
                </a:ext>
              </a:extLst>
            </p:cNvPr>
            <p:cNvSpPr/>
            <p:nvPr/>
          </p:nvSpPr>
          <p:spPr>
            <a:xfrm>
              <a:off x="5467680" y="1063080"/>
              <a:ext cx="1177200" cy="128520"/>
            </a:xfrm>
            <a:custGeom>
              <a:avLst/>
              <a:gdLst>
                <a:gd name="textAreaLeft" fmla="*/ 0 w 1177200"/>
                <a:gd name="textAreaRight" fmla="*/ 1177560 w 117720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42631" h="4671">
                  <a:moveTo>
                    <a:pt x="3970" y="1"/>
                  </a:moveTo>
                  <a:cubicBezTo>
                    <a:pt x="1801" y="1"/>
                    <a:pt x="0" y="1735"/>
                    <a:pt x="0" y="3937"/>
                  </a:cubicBezTo>
                  <a:lnTo>
                    <a:pt x="0" y="4671"/>
                  </a:lnTo>
                  <a:lnTo>
                    <a:pt x="42631" y="4671"/>
                  </a:lnTo>
                  <a:lnTo>
                    <a:pt x="42631" y="3937"/>
                  </a:lnTo>
                  <a:cubicBezTo>
                    <a:pt x="42631" y="1735"/>
                    <a:pt x="40863" y="1"/>
                    <a:pt x="3866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172;p32">
              <a:extLst>
                <a:ext uri="{FF2B5EF4-FFF2-40B4-BE49-F238E27FC236}">
                  <a16:creationId xmlns:a16="http://schemas.microsoft.com/office/drawing/2014/main" id="{5E51CAA3-49E1-9959-98E4-8AFE4C6F2C65}"/>
                </a:ext>
              </a:extLst>
            </p:cNvPr>
            <p:cNvSpPr/>
            <p:nvPr/>
          </p:nvSpPr>
          <p:spPr>
            <a:xfrm>
              <a:off x="557244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70" h="2236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173;p32">
              <a:extLst>
                <a:ext uri="{FF2B5EF4-FFF2-40B4-BE49-F238E27FC236}">
                  <a16:creationId xmlns:a16="http://schemas.microsoft.com/office/drawing/2014/main" id="{10B8EA55-702F-1C1F-BF50-26CD964F3E61}"/>
                </a:ext>
              </a:extLst>
            </p:cNvPr>
            <p:cNvSpPr/>
            <p:nvPr/>
          </p:nvSpPr>
          <p:spPr>
            <a:xfrm>
              <a:off x="569700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69" h="2236">
                  <a:moveTo>
                    <a:pt x="1134" y="1"/>
                  </a:moveTo>
                  <a:cubicBezTo>
                    <a:pt x="500" y="1"/>
                    <a:pt x="0" y="501"/>
                    <a:pt x="0" y="1135"/>
                  </a:cubicBezTo>
                  <a:cubicBezTo>
                    <a:pt x="0" y="1735"/>
                    <a:pt x="500" y="2236"/>
                    <a:pt x="1134" y="2236"/>
                  </a:cubicBezTo>
                  <a:cubicBezTo>
                    <a:pt x="1768" y="2236"/>
                    <a:pt x="2268" y="1735"/>
                    <a:pt x="2268" y="1135"/>
                  </a:cubicBezTo>
                  <a:cubicBezTo>
                    <a:pt x="2268" y="501"/>
                    <a:pt x="1768" y="1"/>
                    <a:pt x="1134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174;p32">
              <a:extLst>
                <a:ext uri="{FF2B5EF4-FFF2-40B4-BE49-F238E27FC236}">
                  <a16:creationId xmlns:a16="http://schemas.microsoft.com/office/drawing/2014/main" id="{AE07B67D-354D-666B-CC25-11A4D30C7229}"/>
                </a:ext>
              </a:extLst>
            </p:cNvPr>
            <p:cNvSpPr/>
            <p:nvPr/>
          </p:nvSpPr>
          <p:spPr>
            <a:xfrm>
              <a:off x="582228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69" h="2236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175;p32">
              <a:extLst>
                <a:ext uri="{FF2B5EF4-FFF2-40B4-BE49-F238E27FC236}">
                  <a16:creationId xmlns:a16="http://schemas.microsoft.com/office/drawing/2014/main" id="{1B526B47-750C-60E6-E64C-FCFA3E5A5C46}"/>
                </a:ext>
              </a:extLst>
            </p:cNvPr>
            <p:cNvSpPr/>
            <p:nvPr/>
          </p:nvSpPr>
          <p:spPr>
            <a:xfrm>
              <a:off x="5879520" y="1236240"/>
              <a:ext cx="353520" cy="329760"/>
            </a:xfrm>
            <a:custGeom>
              <a:avLst/>
              <a:gdLst>
                <a:gd name="textAreaLeft" fmla="*/ 0 w 353520"/>
                <a:gd name="textAreaRight" fmla="*/ 353880 w 353520"/>
                <a:gd name="textAreaTop" fmla="*/ 0 h 329760"/>
                <a:gd name="textAreaBottom" fmla="*/ 330120 h 329760"/>
              </a:gdLst>
              <a:ahLst/>
              <a:cxnLst/>
              <a:rect l="textAreaLeft" t="textAreaTop" r="textAreaRight" b="textAreaBottom"/>
              <a:pathLst>
                <a:path w="12810" h="11950">
                  <a:moveTo>
                    <a:pt x="6413" y="1"/>
                  </a:moveTo>
                  <a:cubicBezTo>
                    <a:pt x="6113" y="1"/>
                    <a:pt x="5810" y="24"/>
                    <a:pt x="5505" y="71"/>
                  </a:cubicBezTo>
                  <a:cubicBezTo>
                    <a:pt x="2236" y="571"/>
                    <a:pt x="1" y="3640"/>
                    <a:pt x="501" y="6876"/>
                  </a:cubicBezTo>
                  <a:cubicBezTo>
                    <a:pt x="985" y="9837"/>
                    <a:pt x="3521" y="11949"/>
                    <a:pt x="6399" y="11949"/>
                  </a:cubicBezTo>
                  <a:cubicBezTo>
                    <a:pt x="6698" y="11949"/>
                    <a:pt x="7001" y="11926"/>
                    <a:pt x="7306" y="11879"/>
                  </a:cubicBezTo>
                  <a:cubicBezTo>
                    <a:pt x="10575" y="11345"/>
                    <a:pt x="12810" y="8310"/>
                    <a:pt x="12310" y="5041"/>
                  </a:cubicBezTo>
                  <a:cubicBezTo>
                    <a:pt x="11856" y="2110"/>
                    <a:pt x="9296" y="1"/>
                    <a:pt x="6413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76;p32">
              <a:extLst>
                <a:ext uri="{FF2B5EF4-FFF2-40B4-BE49-F238E27FC236}">
                  <a16:creationId xmlns:a16="http://schemas.microsoft.com/office/drawing/2014/main" id="{98D4E70D-4399-71AE-03FE-C9A70436DDF2}"/>
                </a:ext>
              </a:extLst>
            </p:cNvPr>
            <p:cNvSpPr/>
            <p:nvPr/>
          </p:nvSpPr>
          <p:spPr>
            <a:xfrm>
              <a:off x="5687640" y="1650960"/>
              <a:ext cx="736920" cy="303840"/>
            </a:xfrm>
            <a:custGeom>
              <a:avLst/>
              <a:gdLst>
                <a:gd name="textAreaLeft" fmla="*/ 0 w 736920"/>
                <a:gd name="textAreaRight" fmla="*/ 737280 w 7369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26687" h="11009">
                  <a:moveTo>
                    <a:pt x="13343" y="1"/>
                  </a:moveTo>
                  <a:cubicBezTo>
                    <a:pt x="6605" y="1"/>
                    <a:pt x="1001" y="4804"/>
                    <a:pt x="1" y="11009"/>
                  </a:cubicBezTo>
                  <a:lnTo>
                    <a:pt x="26686" y="11009"/>
                  </a:lnTo>
                  <a:cubicBezTo>
                    <a:pt x="25686" y="4804"/>
                    <a:pt x="20115" y="1"/>
                    <a:pt x="13343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77;p32">
              <a:extLst>
                <a:ext uri="{FF2B5EF4-FFF2-40B4-BE49-F238E27FC236}">
                  <a16:creationId xmlns:a16="http://schemas.microsoft.com/office/drawing/2014/main" id="{66ECED9F-4F26-D539-D767-D2B3627922AF}"/>
                </a:ext>
              </a:extLst>
            </p:cNvPr>
            <p:cNvSpPr/>
            <p:nvPr/>
          </p:nvSpPr>
          <p:spPr>
            <a:xfrm>
              <a:off x="7658640" y="1180800"/>
              <a:ext cx="998640" cy="957240"/>
            </a:xfrm>
            <a:custGeom>
              <a:avLst/>
              <a:gdLst>
                <a:gd name="textAreaLeft" fmla="*/ 0 w 998640"/>
                <a:gd name="textAreaRight" fmla="*/ 999000 w 99864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6160" h="34659">
                  <a:moveTo>
                    <a:pt x="4003" y="0"/>
                  </a:moveTo>
                  <a:cubicBezTo>
                    <a:pt x="1802" y="0"/>
                    <a:pt x="0" y="1802"/>
                    <a:pt x="0" y="4003"/>
                  </a:cubicBezTo>
                  <a:lnTo>
                    <a:pt x="0" y="30656"/>
                  </a:lnTo>
                  <a:cubicBezTo>
                    <a:pt x="0" y="32857"/>
                    <a:pt x="1802" y="34659"/>
                    <a:pt x="4003" y="34659"/>
                  </a:cubicBezTo>
                  <a:lnTo>
                    <a:pt x="32157" y="34659"/>
                  </a:lnTo>
                  <a:cubicBezTo>
                    <a:pt x="34358" y="34659"/>
                    <a:pt x="36160" y="32857"/>
                    <a:pt x="36160" y="30656"/>
                  </a:cubicBezTo>
                  <a:lnTo>
                    <a:pt x="36160" y="4003"/>
                  </a:lnTo>
                  <a:cubicBezTo>
                    <a:pt x="36160" y="1802"/>
                    <a:pt x="34358" y="0"/>
                    <a:pt x="3215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178;p32">
              <a:extLst>
                <a:ext uri="{FF2B5EF4-FFF2-40B4-BE49-F238E27FC236}">
                  <a16:creationId xmlns:a16="http://schemas.microsoft.com/office/drawing/2014/main" id="{92BC0C83-A563-B00A-BD1D-531FF4502F8D}"/>
                </a:ext>
              </a:extLst>
            </p:cNvPr>
            <p:cNvSpPr/>
            <p:nvPr/>
          </p:nvSpPr>
          <p:spPr>
            <a:xfrm>
              <a:off x="7713720" y="1129320"/>
              <a:ext cx="999360" cy="957240"/>
            </a:xfrm>
            <a:custGeom>
              <a:avLst/>
              <a:gdLst>
                <a:gd name="textAreaLeft" fmla="*/ 0 w 999360"/>
                <a:gd name="textAreaRight" fmla="*/ 999720 w 9993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6194" h="34659">
                  <a:moveTo>
                    <a:pt x="4004" y="0"/>
                  </a:moveTo>
                  <a:cubicBezTo>
                    <a:pt x="1802" y="0"/>
                    <a:pt x="1" y="1802"/>
                    <a:pt x="1" y="4003"/>
                  </a:cubicBezTo>
                  <a:lnTo>
                    <a:pt x="1" y="30656"/>
                  </a:lnTo>
                  <a:cubicBezTo>
                    <a:pt x="1" y="32857"/>
                    <a:pt x="1802" y="34659"/>
                    <a:pt x="4004" y="34659"/>
                  </a:cubicBezTo>
                  <a:lnTo>
                    <a:pt x="32157" y="34659"/>
                  </a:lnTo>
                  <a:cubicBezTo>
                    <a:pt x="34392" y="34659"/>
                    <a:pt x="36193" y="32857"/>
                    <a:pt x="36160" y="30656"/>
                  </a:cubicBezTo>
                  <a:lnTo>
                    <a:pt x="36160" y="4003"/>
                  </a:lnTo>
                  <a:cubicBezTo>
                    <a:pt x="36160" y="1768"/>
                    <a:pt x="34359" y="0"/>
                    <a:pt x="3215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179;p32">
              <a:extLst>
                <a:ext uri="{FF2B5EF4-FFF2-40B4-BE49-F238E27FC236}">
                  <a16:creationId xmlns:a16="http://schemas.microsoft.com/office/drawing/2014/main" id="{91121BD8-1184-2BD7-B560-9B846C772E9F}"/>
                </a:ext>
              </a:extLst>
            </p:cNvPr>
            <p:cNvSpPr/>
            <p:nvPr/>
          </p:nvSpPr>
          <p:spPr>
            <a:xfrm>
              <a:off x="7794000" y="1189080"/>
              <a:ext cx="838080" cy="83808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838080"/>
                <a:gd name="textAreaBottom" fmla="*/ 838440 h 838080"/>
              </a:gdLst>
              <a:ahLst/>
              <a:cxnLst/>
              <a:rect l="textAreaLeft" t="textAreaTop" r="textAreaRight" b="textAreaBottom"/>
              <a:pathLst>
                <a:path w="30356" h="30356">
                  <a:moveTo>
                    <a:pt x="15178" y="4437"/>
                  </a:moveTo>
                  <a:cubicBezTo>
                    <a:pt x="21116" y="4437"/>
                    <a:pt x="25919" y="9241"/>
                    <a:pt x="25919" y="15178"/>
                  </a:cubicBezTo>
                  <a:cubicBezTo>
                    <a:pt x="25919" y="21082"/>
                    <a:pt x="21116" y="25886"/>
                    <a:pt x="15178" y="25886"/>
                  </a:cubicBezTo>
                  <a:cubicBezTo>
                    <a:pt x="9274" y="25886"/>
                    <a:pt x="4471" y="21082"/>
                    <a:pt x="4471" y="15178"/>
                  </a:cubicBezTo>
                  <a:cubicBezTo>
                    <a:pt x="4471" y="9241"/>
                    <a:pt x="9274" y="4437"/>
                    <a:pt x="15178" y="4437"/>
                  </a:cubicBezTo>
                  <a:close/>
                  <a:moveTo>
                    <a:pt x="15178" y="1"/>
                  </a:moveTo>
                  <a:cubicBezTo>
                    <a:pt x="6806" y="1"/>
                    <a:pt x="1" y="6805"/>
                    <a:pt x="1" y="15178"/>
                  </a:cubicBezTo>
                  <a:cubicBezTo>
                    <a:pt x="1" y="23551"/>
                    <a:pt x="6806" y="30356"/>
                    <a:pt x="15178" y="30356"/>
                  </a:cubicBezTo>
                  <a:cubicBezTo>
                    <a:pt x="23584" y="30356"/>
                    <a:pt x="30356" y="23551"/>
                    <a:pt x="30356" y="15178"/>
                  </a:cubicBezTo>
                  <a:cubicBezTo>
                    <a:pt x="30323" y="6805"/>
                    <a:pt x="23584" y="1"/>
                    <a:pt x="1517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180;p32">
              <a:extLst>
                <a:ext uri="{FF2B5EF4-FFF2-40B4-BE49-F238E27FC236}">
                  <a16:creationId xmlns:a16="http://schemas.microsoft.com/office/drawing/2014/main" id="{08ABB14B-F26F-9B29-B321-EECE14232048}"/>
                </a:ext>
              </a:extLst>
            </p:cNvPr>
            <p:cNvSpPr/>
            <p:nvPr/>
          </p:nvSpPr>
          <p:spPr>
            <a:xfrm>
              <a:off x="8498160" y="1526400"/>
              <a:ext cx="720" cy="25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35" h="101" fill="none">
                  <a:moveTo>
                    <a:pt x="34" y="100"/>
                  </a:moveTo>
                  <a:cubicBezTo>
                    <a:pt x="34" y="34"/>
                    <a:pt x="34" y="34"/>
                    <a:pt x="1" y="0"/>
                  </a:cubicBezTo>
                  <a:cubicBezTo>
                    <a:pt x="1" y="34"/>
                    <a:pt x="1" y="34"/>
                    <a:pt x="34" y="100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181;p32">
              <a:extLst>
                <a:ext uri="{FF2B5EF4-FFF2-40B4-BE49-F238E27FC236}">
                  <a16:creationId xmlns:a16="http://schemas.microsoft.com/office/drawing/2014/main" id="{D233D798-54E8-9B88-F43A-2F5D963C67A1}"/>
                </a:ext>
              </a:extLst>
            </p:cNvPr>
            <p:cNvSpPr/>
            <p:nvPr/>
          </p:nvSpPr>
          <p:spPr>
            <a:xfrm>
              <a:off x="8493480" y="1511640"/>
              <a:ext cx="720" cy="32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35" h="135" fill="none">
                  <a:moveTo>
                    <a:pt x="34" y="134"/>
                  </a:moveTo>
                  <a:cubicBezTo>
                    <a:pt x="34" y="67"/>
                    <a:pt x="1" y="34"/>
                    <a:pt x="1" y="1"/>
                  </a:cubicBezTo>
                  <a:cubicBezTo>
                    <a:pt x="34" y="67"/>
                    <a:pt x="34" y="134"/>
                    <a:pt x="34" y="134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182;p32">
              <a:extLst>
                <a:ext uri="{FF2B5EF4-FFF2-40B4-BE49-F238E27FC236}">
                  <a16:creationId xmlns:a16="http://schemas.microsoft.com/office/drawing/2014/main" id="{C9CB9F6D-3368-DCCF-FDDF-37331F05E75F}"/>
                </a:ext>
              </a:extLst>
            </p:cNvPr>
            <p:cNvSpPr/>
            <p:nvPr/>
          </p:nvSpPr>
          <p:spPr>
            <a:xfrm>
              <a:off x="8079840" y="1481400"/>
              <a:ext cx="552600" cy="545040"/>
            </a:xfrm>
            <a:custGeom>
              <a:avLst/>
              <a:gdLst>
                <a:gd name="textAreaLeft" fmla="*/ 0 w 552600"/>
                <a:gd name="textAreaRight" fmla="*/ 552960 w 552600"/>
                <a:gd name="textAreaTop" fmla="*/ 0 h 545040"/>
                <a:gd name="textAreaBottom" fmla="*/ 545400 h 545040"/>
              </a:gdLst>
              <a:ahLst/>
              <a:cxnLst/>
              <a:rect l="textAreaLeft" t="textAreaTop" r="textAreaRight" b="textAreaBottom"/>
              <a:pathLst>
                <a:path w="20015" h="19749">
                  <a:moveTo>
                    <a:pt x="19314" y="1"/>
                  </a:moveTo>
                  <a:lnTo>
                    <a:pt x="19314" y="1"/>
                  </a:lnTo>
                  <a:cubicBezTo>
                    <a:pt x="19581" y="904"/>
                    <a:pt x="19772" y="1833"/>
                    <a:pt x="19888" y="2779"/>
                  </a:cubicBezTo>
                  <a:lnTo>
                    <a:pt x="19888" y="2779"/>
                  </a:lnTo>
                  <a:lnTo>
                    <a:pt x="19915" y="2769"/>
                  </a:lnTo>
                  <a:cubicBezTo>
                    <a:pt x="19781" y="1802"/>
                    <a:pt x="19615" y="901"/>
                    <a:pt x="19314" y="1"/>
                  </a:cubicBezTo>
                  <a:close/>
                  <a:moveTo>
                    <a:pt x="19888" y="2779"/>
                  </a:moveTo>
                  <a:lnTo>
                    <a:pt x="15578" y="4271"/>
                  </a:lnTo>
                  <a:lnTo>
                    <a:pt x="15578" y="4571"/>
                  </a:lnTo>
                  <a:cubicBezTo>
                    <a:pt x="15578" y="10475"/>
                    <a:pt x="10775" y="15278"/>
                    <a:pt x="4837" y="15278"/>
                  </a:cubicBezTo>
                  <a:cubicBezTo>
                    <a:pt x="3303" y="15278"/>
                    <a:pt x="1902" y="14945"/>
                    <a:pt x="568" y="14411"/>
                  </a:cubicBezTo>
                  <a:lnTo>
                    <a:pt x="1" y="18948"/>
                  </a:lnTo>
                  <a:cubicBezTo>
                    <a:pt x="1502" y="19448"/>
                    <a:pt x="3136" y="19748"/>
                    <a:pt x="4837" y="19748"/>
                  </a:cubicBezTo>
                  <a:cubicBezTo>
                    <a:pt x="13243" y="19748"/>
                    <a:pt x="20015" y="12943"/>
                    <a:pt x="20015" y="4571"/>
                  </a:cubicBezTo>
                  <a:cubicBezTo>
                    <a:pt x="20002" y="3968"/>
                    <a:pt x="19960" y="3370"/>
                    <a:pt x="19888" y="27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183;p32">
              <a:extLst>
                <a:ext uri="{FF2B5EF4-FFF2-40B4-BE49-F238E27FC236}">
                  <a16:creationId xmlns:a16="http://schemas.microsoft.com/office/drawing/2014/main" id="{7D61EA42-A372-1AAF-CA4A-0E62D6C6998A}"/>
                </a:ext>
              </a:extLst>
            </p:cNvPr>
            <p:cNvSpPr/>
            <p:nvPr/>
          </p:nvSpPr>
          <p:spPr>
            <a:xfrm>
              <a:off x="8488800" y="1498680"/>
              <a:ext cx="720" cy="32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34" h="135" fill="none">
                  <a:moveTo>
                    <a:pt x="34" y="134"/>
                  </a:moveTo>
                  <a:cubicBezTo>
                    <a:pt x="34" y="101"/>
                    <a:pt x="0" y="34"/>
                    <a:pt x="0" y="1"/>
                  </a:cubicBezTo>
                  <a:cubicBezTo>
                    <a:pt x="0" y="34"/>
                    <a:pt x="34" y="101"/>
                    <a:pt x="34" y="134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184;p32">
              <a:extLst>
                <a:ext uri="{FF2B5EF4-FFF2-40B4-BE49-F238E27FC236}">
                  <a16:creationId xmlns:a16="http://schemas.microsoft.com/office/drawing/2014/main" id="{7F52C40E-B29A-1EB9-9C8E-F0471135D01C}"/>
                </a:ext>
              </a:extLst>
            </p:cNvPr>
            <p:cNvSpPr/>
            <p:nvPr/>
          </p:nvSpPr>
          <p:spPr>
            <a:xfrm>
              <a:off x="8507160" y="15706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 fill="none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185;p32">
              <a:extLst>
                <a:ext uri="{FF2B5EF4-FFF2-40B4-BE49-F238E27FC236}">
                  <a16:creationId xmlns:a16="http://schemas.microsoft.com/office/drawing/2014/main" id="{A4E17370-3E73-B49B-F7BB-0F23EB5D5A22}"/>
                </a:ext>
              </a:extLst>
            </p:cNvPr>
            <p:cNvSpPr/>
            <p:nvPr/>
          </p:nvSpPr>
          <p:spPr>
            <a:xfrm>
              <a:off x="8501760" y="154116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34" h="67" fill="none">
                  <a:moveTo>
                    <a:pt x="34" y="67"/>
                  </a:moveTo>
                  <a:lnTo>
                    <a:pt x="34" y="0"/>
                  </a:lnTo>
                  <a:cubicBezTo>
                    <a:pt x="0" y="0"/>
                    <a:pt x="0" y="0"/>
                    <a:pt x="34" y="67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" bIns="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186;p32">
              <a:extLst>
                <a:ext uri="{FF2B5EF4-FFF2-40B4-BE49-F238E27FC236}">
                  <a16:creationId xmlns:a16="http://schemas.microsoft.com/office/drawing/2014/main" id="{7C7979A8-5593-91AA-CDBE-E74EF3266B6E}"/>
                </a:ext>
              </a:extLst>
            </p:cNvPr>
            <p:cNvSpPr/>
            <p:nvPr/>
          </p:nvSpPr>
          <p:spPr>
            <a:xfrm>
              <a:off x="8505360" y="1554840"/>
              <a:ext cx="360" cy="14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" h="68" fill="none">
                  <a:moveTo>
                    <a:pt x="1" y="67"/>
                  </a:moveTo>
                  <a:cubicBezTo>
                    <a:pt x="1" y="67"/>
                    <a:pt x="1" y="0"/>
                    <a:pt x="1" y="67"/>
                  </a:cubicBezTo>
                  <a:cubicBezTo>
                    <a:pt x="1" y="0"/>
                    <a:pt x="1" y="67"/>
                    <a:pt x="1" y="67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" bIns="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187;p32">
              <a:extLst>
                <a:ext uri="{FF2B5EF4-FFF2-40B4-BE49-F238E27FC236}">
                  <a16:creationId xmlns:a16="http://schemas.microsoft.com/office/drawing/2014/main" id="{7FE89C92-AC74-F96A-23CF-431F0877C685}"/>
                </a:ext>
              </a:extLst>
            </p:cNvPr>
            <p:cNvSpPr/>
            <p:nvPr/>
          </p:nvSpPr>
          <p:spPr>
            <a:xfrm>
              <a:off x="8234640" y="1189080"/>
              <a:ext cx="394200" cy="4107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410760"/>
                <a:gd name="textAreaBottom" fmla="*/ 411120 h 410760"/>
              </a:gdLst>
              <a:ahLst/>
              <a:cxnLst/>
              <a:rect l="textAreaLeft" t="textAreaTop" r="textAreaRight" b="textAreaBottom"/>
              <a:pathLst>
                <a:path w="14278" h="14878">
                  <a:moveTo>
                    <a:pt x="1" y="1"/>
                  </a:moveTo>
                  <a:lnTo>
                    <a:pt x="1" y="4470"/>
                  </a:lnTo>
                  <a:cubicBezTo>
                    <a:pt x="5471" y="4837"/>
                    <a:pt x="9808" y="9341"/>
                    <a:pt x="9941" y="14878"/>
                  </a:cubicBezTo>
                  <a:lnTo>
                    <a:pt x="14277" y="13377"/>
                  </a:lnTo>
                  <a:cubicBezTo>
                    <a:pt x="13410" y="6072"/>
                    <a:pt x="7406" y="36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188;p32">
              <a:extLst>
                <a:ext uri="{FF2B5EF4-FFF2-40B4-BE49-F238E27FC236}">
                  <a16:creationId xmlns:a16="http://schemas.microsoft.com/office/drawing/2014/main" id="{9FEAE7A0-1D88-FC73-8381-28654D2C6C3C}"/>
                </a:ext>
              </a:extLst>
            </p:cNvPr>
            <p:cNvSpPr/>
            <p:nvPr/>
          </p:nvSpPr>
          <p:spPr>
            <a:xfrm>
              <a:off x="7844760" y="1189080"/>
              <a:ext cx="389520" cy="31032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310320"/>
                <a:gd name="textAreaBottom" fmla="*/ 310680 h 310320"/>
              </a:gdLst>
              <a:ahLst/>
              <a:cxnLst/>
              <a:rect l="textAreaLeft" t="textAreaTop" r="textAreaRight" b="textAreaBottom"/>
              <a:pathLst>
                <a:path w="14111" h="11242">
                  <a:moveTo>
                    <a:pt x="13343" y="1"/>
                  </a:moveTo>
                  <a:cubicBezTo>
                    <a:pt x="7606" y="1"/>
                    <a:pt x="2602" y="3203"/>
                    <a:pt x="1" y="7906"/>
                  </a:cubicBezTo>
                  <a:lnTo>
                    <a:pt x="3336" y="11242"/>
                  </a:lnTo>
                  <a:cubicBezTo>
                    <a:pt x="4871" y="7239"/>
                    <a:pt x="8807" y="4404"/>
                    <a:pt x="13343" y="4404"/>
                  </a:cubicBezTo>
                  <a:cubicBezTo>
                    <a:pt x="13610" y="4404"/>
                    <a:pt x="13844" y="4404"/>
                    <a:pt x="14111" y="4470"/>
                  </a:cubicBezTo>
                  <a:lnTo>
                    <a:pt x="14111" y="34"/>
                  </a:lnTo>
                  <a:cubicBezTo>
                    <a:pt x="13844" y="34"/>
                    <a:pt x="13610" y="1"/>
                    <a:pt x="1334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189;p32">
              <a:extLst>
                <a:ext uri="{FF2B5EF4-FFF2-40B4-BE49-F238E27FC236}">
                  <a16:creationId xmlns:a16="http://schemas.microsoft.com/office/drawing/2014/main" id="{A835DE02-9CD5-D351-F9EE-327D568C9858}"/>
                </a:ext>
              </a:extLst>
            </p:cNvPr>
            <p:cNvSpPr/>
            <p:nvPr/>
          </p:nvSpPr>
          <p:spPr>
            <a:xfrm>
              <a:off x="6003720" y="3195720"/>
              <a:ext cx="190440" cy="17424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174240"/>
                <a:gd name="textAreaBottom" fmla="*/ 174600 h 174240"/>
              </a:gdLst>
              <a:ahLst/>
              <a:cxnLst/>
              <a:rect l="textAreaLeft" t="textAreaTop" r="textAreaRight" b="textAreaBottom"/>
              <a:pathLst>
                <a:path w="6906" h="6318">
                  <a:moveTo>
                    <a:pt x="3423" y="0"/>
                  </a:moveTo>
                  <a:cubicBezTo>
                    <a:pt x="3197" y="0"/>
                    <a:pt x="2966" y="24"/>
                    <a:pt x="2736" y="72"/>
                  </a:cubicBezTo>
                  <a:cubicBezTo>
                    <a:pt x="1034" y="506"/>
                    <a:pt x="0" y="2174"/>
                    <a:pt x="367" y="3875"/>
                  </a:cubicBezTo>
                  <a:cubicBezTo>
                    <a:pt x="742" y="5345"/>
                    <a:pt x="2038" y="6317"/>
                    <a:pt x="3482" y="6317"/>
                  </a:cubicBezTo>
                  <a:cubicBezTo>
                    <a:pt x="3709" y="6317"/>
                    <a:pt x="3939" y="6293"/>
                    <a:pt x="4170" y="6243"/>
                  </a:cubicBezTo>
                  <a:cubicBezTo>
                    <a:pt x="5871" y="5843"/>
                    <a:pt x="6905" y="4175"/>
                    <a:pt x="6538" y="2441"/>
                  </a:cubicBezTo>
                  <a:cubicBezTo>
                    <a:pt x="6220" y="995"/>
                    <a:pt x="4899" y="0"/>
                    <a:pt x="342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120" bIns="87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190;p32">
              <a:extLst>
                <a:ext uri="{FF2B5EF4-FFF2-40B4-BE49-F238E27FC236}">
                  <a16:creationId xmlns:a16="http://schemas.microsoft.com/office/drawing/2014/main" id="{B15275BB-A3C8-215E-6248-F0175288D0E2}"/>
                </a:ext>
              </a:extLst>
            </p:cNvPr>
            <p:cNvSpPr/>
            <p:nvPr/>
          </p:nvSpPr>
          <p:spPr>
            <a:xfrm>
              <a:off x="5733000" y="1652040"/>
              <a:ext cx="138960" cy="12636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26360"/>
                <a:gd name="textAreaBottom" fmla="*/ 126720 h 126360"/>
              </a:gdLst>
              <a:ahLst/>
              <a:cxnLst/>
              <a:rect l="textAreaLeft" t="textAreaTop" r="textAreaRight" b="textAreaBottom"/>
              <a:pathLst>
                <a:path w="5037" h="4589">
                  <a:moveTo>
                    <a:pt x="2529" y="1"/>
                  </a:moveTo>
                  <a:cubicBezTo>
                    <a:pt x="2354" y="1"/>
                    <a:pt x="2178" y="22"/>
                    <a:pt x="2001" y="66"/>
                  </a:cubicBezTo>
                  <a:cubicBezTo>
                    <a:pt x="801" y="366"/>
                    <a:pt x="0" y="1567"/>
                    <a:pt x="300" y="2801"/>
                  </a:cubicBezTo>
                  <a:cubicBezTo>
                    <a:pt x="531" y="3870"/>
                    <a:pt x="1488" y="4589"/>
                    <a:pt x="2542" y="4589"/>
                  </a:cubicBezTo>
                  <a:cubicBezTo>
                    <a:pt x="2705" y="4589"/>
                    <a:pt x="2870" y="4571"/>
                    <a:pt x="3036" y="4536"/>
                  </a:cubicBezTo>
                  <a:cubicBezTo>
                    <a:pt x="4236" y="4236"/>
                    <a:pt x="5037" y="3035"/>
                    <a:pt x="4737" y="1767"/>
                  </a:cubicBezTo>
                  <a:cubicBezTo>
                    <a:pt x="4481" y="714"/>
                    <a:pt x="3544" y="1"/>
                    <a:pt x="252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360" bIns="63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191;p32">
              <a:extLst>
                <a:ext uri="{FF2B5EF4-FFF2-40B4-BE49-F238E27FC236}">
                  <a16:creationId xmlns:a16="http://schemas.microsoft.com/office/drawing/2014/main" id="{DF231E09-43C2-FF17-4218-00CC3C780640}"/>
                </a:ext>
              </a:extLst>
            </p:cNvPr>
            <p:cNvSpPr/>
            <p:nvPr/>
          </p:nvSpPr>
          <p:spPr>
            <a:xfrm>
              <a:off x="5210280" y="1212480"/>
              <a:ext cx="45720" cy="3924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669" h="1437">
                  <a:moveTo>
                    <a:pt x="318" y="0"/>
                  </a:moveTo>
                  <a:cubicBezTo>
                    <a:pt x="244" y="0"/>
                    <a:pt x="165" y="37"/>
                    <a:pt x="101" y="102"/>
                  </a:cubicBezTo>
                  <a:cubicBezTo>
                    <a:pt x="1" y="169"/>
                    <a:pt x="67" y="335"/>
                    <a:pt x="134" y="435"/>
                  </a:cubicBezTo>
                  <a:lnTo>
                    <a:pt x="1268" y="1369"/>
                  </a:lnTo>
                  <a:cubicBezTo>
                    <a:pt x="1301" y="1436"/>
                    <a:pt x="1402" y="1436"/>
                    <a:pt x="1435" y="1436"/>
                  </a:cubicBezTo>
                  <a:cubicBezTo>
                    <a:pt x="1535" y="1436"/>
                    <a:pt x="1568" y="1369"/>
                    <a:pt x="1602" y="1336"/>
                  </a:cubicBezTo>
                  <a:cubicBezTo>
                    <a:pt x="1668" y="1269"/>
                    <a:pt x="1635" y="1103"/>
                    <a:pt x="1568" y="1002"/>
                  </a:cubicBezTo>
                  <a:lnTo>
                    <a:pt x="434" y="35"/>
                  </a:lnTo>
                  <a:cubicBezTo>
                    <a:pt x="399" y="11"/>
                    <a:pt x="359" y="0"/>
                    <a:pt x="318" y="0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192;p32">
              <a:extLst>
                <a:ext uri="{FF2B5EF4-FFF2-40B4-BE49-F238E27FC236}">
                  <a16:creationId xmlns:a16="http://schemas.microsoft.com/office/drawing/2014/main" id="{01B6F897-4564-0BFA-74EC-33E1B5240834}"/>
                </a:ext>
              </a:extLst>
            </p:cNvPr>
            <p:cNvSpPr/>
            <p:nvPr/>
          </p:nvSpPr>
          <p:spPr>
            <a:xfrm>
              <a:off x="5304600" y="1291680"/>
              <a:ext cx="331560" cy="282240"/>
            </a:xfrm>
            <a:custGeom>
              <a:avLst/>
              <a:gdLst>
                <a:gd name="textAreaLeft" fmla="*/ 0 w 331560"/>
                <a:gd name="textAreaRight" fmla="*/ 331920 w 33156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2010" h="10236">
                  <a:moveTo>
                    <a:pt x="277" y="1"/>
                  </a:moveTo>
                  <a:cubicBezTo>
                    <a:pt x="207" y="1"/>
                    <a:pt x="126" y="36"/>
                    <a:pt x="68" y="95"/>
                  </a:cubicBezTo>
                  <a:cubicBezTo>
                    <a:pt x="1" y="161"/>
                    <a:pt x="34" y="328"/>
                    <a:pt x="134" y="428"/>
                  </a:cubicBezTo>
                  <a:lnTo>
                    <a:pt x="2403" y="2396"/>
                  </a:lnTo>
                  <a:cubicBezTo>
                    <a:pt x="2469" y="2430"/>
                    <a:pt x="2536" y="2430"/>
                    <a:pt x="2569" y="2430"/>
                  </a:cubicBezTo>
                  <a:cubicBezTo>
                    <a:pt x="2670" y="2430"/>
                    <a:pt x="2736" y="2396"/>
                    <a:pt x="2736" y="2329"/>
                  </a:cubicBezTo>
                  <a:cubicBezTo>
                    <a:pt x="2836" y="2263"/>
                    <a:pt x="2803" y="2096"/>
                    <a:pt x="2703" y="1996"/>
                  </a:cubicBezTo>
                  <a:lnTo>
                    <a:pt x="401" y="61"/>
                  </a:lnTo>
                  <a:cubicBezTo>
                    <a:pt x="373" y="19"/>
                    <a:pt x="328" y="1"/>
                    <a:pt x="277" y="1"/>
                  </a:cubicBezTo>
                  <a:close/>
                  <a:moveTo>
                    <a:pt x="4870" y="3928"/>
                  </a:moveTo>
                  <a:cubicBezTo>
                    <a:pt x="4792" y="3928"/>
                    <a:pt x="4712" y="3956"/>
                    <a:pt x="4671" y="3997"/>
                  </a:cubicBezTo>
                  <a:cubicBezTo>
                    <a:pt x="4571" y="4097"/>
                    <a:pt x="4638" y="4264"/>
                    <a:pt x="4704" y="4331"/>
                  </a:cubicBezTo>
                  <a:lnTo>
                    <a:pt x="7006" y="6299"/>
                  </a:lnTo>
                  <a:cubicBezTo>
                    <a:pt x="7039" y="6332"/>
                    <a:pt x="7139" y="6332"/>
                    <a:pt x="7173" y="6332"/>
                  </a:cubicBezTo>
                  <a:cubicBezTo>
                    <a:pt x="7239" y="6332"/>
                    <a:pt x="7306" y="6299"/>
                    <a:pt x="7340" y="6266"/>
                  </a:cubicBezTo>
                  <a:cubicBezTo>
                    <a:pt x="7406" y="6166"/>
                    <a:pt x="7373" y="5999"/>
                    <a:pt x="7306" y="5932"/>
                  </a:cubicBezTo>
                  <a:lnTo>
                    <a:pt x="5005" y="3964"/>
                  </a:lnTo>
                  <a:cubicBezTo>
                    <a:pt x="4966" y="3938"/>
                    <a:pt x="4918" y="3928"/>
                    <a:pt x="4870" y="3928"/>
                  </a:cubicBezTo>
                  <a:close/>
                  <a:moveTo>
                    <a:pt x="9473" y="7799"/>
                  </a:moveTo>
                  <a:cubicBezTo>
                    <a:pt x="9398" y="7799"/>
                    <a:pt x="9305" y="7836"/>
                    <a:pt x="9241" y="7900"/>
                  </a:cubicBezTo>
                  <a:cubicBezTo>
                    <a:pt x="9174" y="7967"/>
                    <a:pt x="9208" y="8134"/>
                    <a:pt x="9308" y="8200"/>
                  </a:cubicBezTo>
                  <a:lnTo>
                    <a:pt x="11576" y="10168"/>
                  </a:lnTo>
                  <a:cubicBezTo>
                    <a:pt x="11643" y="10235"/>
                    <a:pt x="11709" y="10235"/>
                    <a:pt x="11743" y="10235"/>
                  </a:cubicBezTo>
                  <a:cubicBezTo>
                    <a:pt x="11809" y="10235"/>
                    <a:pt x="11876" y="10168"/>
                    <a:pt x="11909" y="10135"/>
                  </a:cubicBezTo>
                  <a:cubicBezTo>
                    <a:pt x="12010" y="10068"/>
                    <a:pt x="11976" y="9902"/>
                    <a:pt x="11876" y="9801"/>
                  </a:cubicBezTo>
                  <a:lnTo>
                    <a:pt x="9574" y="7833"/>
                  </a:lnTo>
                  <a:cubicBezTo>
                    <a:pt x="9551" y="7810"/>
                    <a:pt x="9515" y="7799"/>
                    <a:pt x="9473" y="7799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193;p32">
              <a:extLst>
                <a:ext uri="{FF2B5EF4-FFF2-40B4-BE49-F238E27FC236}">
                  <a16:creationId xmlns:a16="http://schemas.microsoft.com/office/drawing/2014/main" id="{D5561CC4-05FE-6560-C241-EE5EED6E2911}"/>
                </a:ext>
              </a:extLst>
            </p:cNvPr>
            <p:cNvSpPr/>
            <p:nvPr/>
          </p:nvSpPr>
          <p:spPr>
            <a:xfrm>
              <a:off x="5683320" y="1615680"/>
              <a:ext cx="45720" cy="3888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1669" h="1420">
                  <a:moveTo>
                    <a:pt x="305" y="1"/>
                  </a:moveTo>
                  <a:cubicBezTo>
                    <a:pt x="225" y="1"/>
                    <a:pt x="143" y="43"/>
                    <a:pt x="101" y="85"/>
                  </a:cubicBezTo>
                  <a:cubicBezTo>
                    <a:pt x="1" y="185"/>
                    <a:pt x="34" y="352"/>
                    <a:pt x="134" y="418"/>
                  </a:cubicBezTo>
                  <a:lnTo>
                    <a:pt x="1235" y="1386"/>
                  </a:lnTo>
                  <a:cubicBezTo>
                    <a:pt x="1302" y="1419"/>
                    <a:pt x="1368" y="1419"/>
                    <a:pt x="1435" y="1419"/>
                  </a:cubicBezTo>
                  <a:cubicBezTo>
                    <a:pt x="1502" y="1419"/>
                    <a:pt x="1602" y="1386"/>
                    <a:pt x="1602" y="1319"/>
                  </a:cubicBezTo>
                  <a:cubicBezTo>
                    <a:pt x="1669" y="1252"/>
                    <a:pt x="1635" y="1086"/>
                    <a:pt x="1535" y="1019"/>
                  </a:cubicBezTo>
                  <a:lnTo>
                    <a:pt x="434" y="52"/>
                  </a:lnTo>
                  <a:cubicBezTo>
                    <a:pt x="398" y="15"/>
                    <a:pt x="352" y="1"/>
                    <a:pt x="305" y="1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94;p32">
              <a:extLst>
                <a:ext uri="{FF2B5EF4-FFF2-40B4-BE49-F238E27FC236}">
                  <a16:creationId xmlns:a16="http://schemas.microsoft.com/office/drawing/2014/main" id="{39F951E4-EBB0-5BF6-5A14-F8B42C4C2E09}"/>
                </a:ext>
              </a:extLst>
            </p:cNvPr>
            <p:cNvSpPr/>
            <p:nvPr/>
          </p:nvSpPr>
          <p:spPr>
            <a:xfrm>
              <a:off x="5063760" y="1075320"/>
              <a:ext cx="149040" cy="136440"/>
            </a:xfrm>
            <a:custGeom>
              <a:avLst/>
              <a:gdLst>
                <a:gd name="textAreaLeft" fmla="*/ 0 w 149040"/>
                <a:gd name="textAreaRight" fmla="*/ 149400 w 149040"/>
                <a:gd name="textAreaTop" fmla="*/ 0 h 136440"/>
                <a:gd name="textAreaBottom" fmla="*/ 136800 h 136440"/>
              </a:gdLst>
              <a:ahLst/>
              <a:cxnLst/>
              <a:rect l="textAreaLeft" t="textAreaTop" r="textAreaRight" b="textAreaBottom"/>
              <a:pathLst>
                <a:path w="5405" h="4948">
                  <a:moveTo>
                    <a:pt x="2714" y="0"/>
                  </a:moveTo>
                  <a:cubicBezTo>
                    <a:pt x="2535" y="0"/>
                    <a:pt x="2353" y="20"/>
                    <a:pt x="2169" y="61"/>
                  </a:cubicBezTo>
                  <a:cubicBezTo>
                    <a:pt x="835" y="328"/>
                    <a:pt x="1" y="1662"/>
                    <a:pt x="268" y="2997"/>
                  </a:cubicBezTo>
                  <a:cubicBezTo>
                    <a:pt x="530" y="4163"/>
                    <a:pt x="1583" y="4948"/>
                    <a:pt x="2736" y="4948"/>
                  </a:cubicBezTo>
                  <a:cubicBezTo>
                    <a:pt x="2901" y="4948"/>
                    <a:pt x="3069" y="4932"/>
                    <a:pt x="3236" y="4898"/>
                  </a:cubicBezTo>
                  <a:cubicBezTo>
                    <a:pt x="4571" y="4598"/>
                    <a:pt x="5405" y="3264"/>
                    <a:pt x="5104" y="1929"/>
                  </a:cubicBezTo>
                  <a:cubicBezTo>
                    <a:pt x="4817" y="779"/>
                    <a:pt x="3834" y="0"/>
                    <a:pt x="2714" y="0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0" bIns="68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95;p32">
              <a:extLst>
                <a:ext uri="{FF2B5EF4-FFF2-40B4-BE49-F238E27FC236}">
                  <a16:creationId xmlns:a16="http://schemas.microsoft.com/office/drawing/2014/main" id="{C4DC630B-7072-7042-2BEF-E56BC8FA533D}"/>
                </a:ext>
              </a:extLst>
            </p:cNvPr>
            <p:cNvSpPr/>
            <p:nvPr/>
          </p:nvSpPr>
          <p:spPr>
            <a:xfrm>
              <a:off x="5142240" y="191880"/>
              <a:ext cx="371160" cy="34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3444" h="12513">
                  <a:moveTo>
                    <a:pt x="6759" y="0"/>
                  </a:moveTo>
                  <a:cubicBezTo>
                    <a:pt x="6422" y="0"/>
                    <a:pt x="6081" y="28"/>
                    <a:pt x="5738" y="85"/>
                  </a:cubicBezTo>
                  <a:cubicBezTo>
                    <a:pt x="2335" y="619"/>
                    <a:pt x="0" y="3854"/>
                    <a:pt x="567" y="7257"/>
                  </a:cubicBezTo>
                  <a:cubicBezTo>
                    <a:pt x="1047" y="10316"/>
                    <a:pt x="3684" y="12512"/>
                    <a:pt x="6708" y="12512"/>
                  </a:cubicBezTo>
                  <a:cubicBezTo>
                    <a:pt x="7048" y="12512"/>
                    <a:pt x="7392" y="12484"/>
                    <a:pt x="7739" y="12427"/>
                  </a:cubicBezTo>
                  <a:cubicBezTo>
                    <a:pt x="11141" y="11893"/>
                    <a:pt x="13443" y="8658"/>
                    <a:pt x="12909" y="5255"/>
                  </a:cubicBezTo>
                  <a:cubicBezTo>
                    <a:pt x="12399" y="2196"/>
                    <a:pt x="9759" y="0"/>
                    <a:pt x="6759" y="0"/>
                  </a:cubicBez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96;p32">
              <a:extLst>
                <a:ext uri="{FF2B5EF4-FFF2-40B4-BE49-F238E27FC236}">
                  <a16:creationId xmlns:a16="http://schemas.microsoft.com/office/drawing/2014/main" id="{BCFCDF42-BF81-6156-0227-9D659E89F933}"/>
                </a:ext>
              </a:extLst>
            </p:cNvPr>
            <p:cNvSpPr/>
            <p:nvPr/>
          </p:nvSpPr>
          <p:spPr>
            <a:xfrm>
              <a:off x="5187240" y="223560"/>
              <a:ext cx="281520" cy="281520"/>
            </a:xfrm>
            <a:custGeom>
              <a:avLst/>
              <a:gdLst>
                <a:gd name="textAreaLeft" fmla="*/ 0 w 281520"/>
                <a:gd name="textAreaRight" fmla="*/ 281880 w 28152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0208" h="10208">
                  <a:moveTo>
                    <a:pt x="5104" y="0"/>
                  </a:moveTo>
                  <a:cubicBezTo>
                    <a:pt x="2302" y="0"/>
                    <a:pt x="1" y="2302"/>
                    <a:pt x="1" y="5104"/>
                  </a:cubicBezTo>
                  <a:cubicBezTo>
                    <a:pt x="1" y="7906"/>
                    <a:pt x="2302" y="10208"/>
                    <a:pt x="5104" y="10208"/>
                  </a:cubicBezTo>
                  <a:cubicBezTo>
                    <a:pt x="7906" y="10208"/>
                    <a:pt x="10208" y="7906"/>
                    <a:pt x="10208" y="5104"/>
                  </a:cubicBezTo>
                  <a:cubicBezTo>
                    <a:pt x="10208" y="2269"/>
                    <a:pt x="7906" y="34"/>
                    <a:pt x="5104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197;p32">
              <a:extLst>
                <a:ext uri="{FF2B5EF4-FFF2-40B4-BE49-F238E27FC236}">
                  <a16:creationId xmlns:a16="http://schemas.microsoft.com/office/drawing/2014/main" id="{D8825DC5-F289-9090-A6EF-F6F3A22ABAC3}"/>
                </a:ext>
              </a:extLst>
            </p:cNvPr>
            <p:cNvSpPr/>
            <p:nvPr/>
          </p:nvSpPr>
          <p:spPr>
            <a:xfrm>
              <a:off x="5268600" y="262440"/>
              <a:ext cx="124200" cy="207000"/>
            </a:xfrm>
            <a:custGeom>
              <a:avLst/>
              <a:gdLst>
                <a:gd name="textAreaLeft" fmla="*/ 0 w 124200"/>
                <a:gd name="textAreaRight" fmla="*/ 124560 w 124200"/>
                <a:gd name="textAreaTop" fmla="*/ 0 h 207000"/>
                <a:gd name="textAreaBottom" fmla="*/ 207360 h 207000"/>
              </a:gdLst>
              <a:ahLst/>
              <a:cxnLst/>
              <a:rect l="textAreaLeft" t="textAreaTop" r="textAreaRight" b="textAreaBottom"/>
              <a:pathLst>
                <a:path w="4504" h="7506">
                  <a:moveTo>
                    <a:pt x="1868" y="2002"/>
                  </a:moveTo>
                  <a:lnTo>
                    <a:pt x="1868" y="2969"/>
                  </a:lnTo>
                  <a:cubicBezTo>
                    <a:pt x="1668" y="2869"/>
                    <a:pt x="1601" y="2836"/>
                    <a:pt x="1501" y="2736"/>
                  </a:cubicBezTo>
                  <a:cubicBezTo>
                    <a:pt x="1468" y="2669"/>
                    <a:pt x="1434" y="2569"/>
                    <a:pt x="1434" y="2469"/>
                  </a:cubicBezTo>
                  <a:cubicBezTo>
                    <a:pt x="1434" y="2202"/>
                    <a:pt x="1601" y="2069"/>
                    <a:pt x="1868" y="2002"/>
                  </a:cubicBezTo>
                  <a:close/>
                  <a:moveTo>
                    <a:pt x="2635" y="4637"/>
                  </a:moveTo>
                  <a:cubicBezTo>
                    <a:pt x="2802" y="4670"/>
                    <a:pt x="2935" y="4737"/>
                    <a:pt x="2969" y="4837"/>
                  </a:cubicBezTo>
                  <a:cubicBezTo>
                    <a:pt x="3002" y="4904"/>
                    <a:pt x="3036" y="5004"/>
                    <a:pt x="3036" y="5137"/>
                  </a:cubicBezTo>
                  <a:cubicBezTo>
                    <a:pt x="3036" y="5338"/>
                    <a:pt x="2869" y="5471"/>
                    <a:pt x="2635" y="5538"/>
                  </a:cubicBezTo>
                  <a:lnTo>
                    <a:pt x="2635" y="4637"/>
                  </a:lnTo>
                  <a:close/>
                  <a:moveTo>
                    <a:pt x="1868" y="0"/>
                  </a:moveTo>
                  <a:lnTo>
                    <a:pt x="1868" y="834"/>
                  </a:lnTo>
                  <a:cubicBezTo>
                    <a:pt x="1301" y="868"/>
                    <a:pt x="834" y="1068"/>
                    <a:pt x="500" y="1368"/>
                  </a:cubicBezTo>
                  <a:cubicBezTo>
                    <a:pt x="167" y="1668"/>
                    <a:pt x="0" y="2069"/>
                    <a:pt x="0" y="2536"/>
                  </a:cubicBezTo>
                  <a:cubicBezTo>
                    <a:pt x="0" y="2936"/>
                    <a:pt x="167" y="3336"/>
                    <a:pt x="467" y="3670"/>
                  </a:cubicBezTo>
                  <a:cubicBezTo>
                    <a:pt x="767" y="4003"/>
                    <a:pt x="1168" y="4203"/>
                    <a:pt x="1768" y="4370"/>
                  </a:cubicBezTo>
                  <a:lnTo>
                    <a:pt x="1868" y="4404"/>
                  </a:lnTo>
                  <a:lnTo>
                    <a:pt x="1868" y="5638"/>
                  </a:lnTo>
                  <a:cubicBezTo>
                    <a:pt x="1668" y="5638"/>
                    <a:pt x="1434" y="5571"/>
                    <a:pt x="1134" y="5504"/>
                  </a:cubicBezTo>
                  <a:cubicBezTo>
                    <a:pt x="867" y="5404"/>
                    <a:pt x="634" y="5338"/>
                    <a:pt x="367" y="5204"/>
                  </a:cubicBezTo>
                  <a:lnTo>
                    <a:pt x="0" y="6405"/>
                  </a:lnTo>
                  <a:cubicBezTo>
                    <a:pt x="534" y="6672"/>
                    <a:pt x="1168" y="6772"/>
                    <a:pt x="1868" y="6839"/>
                  </a:cubicBezTo>
                  <a:lnTo>
                    <a:pt x="1968" y="6839"/>
                  </a:lnTo>
                  <a:lnTo>
                    <a:pt x="1968" y="7506"/>
                  </a:lnTo>
                  <a:lnTo>
                    <a:pt x="2702" y="7506"/>
                  </a:lnTo>
                  <a:lnTo>
                    <a:pt x="2702" y="6839"/>
                  </a:lnTo>
                  <a:cubicBezTo>
                    <a:pt x="3302" y="6739"/>
                    <a:pt x="3703" y="6538"/>
                    <a:pt x="4036" y="6238"/>
                  </a:cubicBezTo>
                  <a:cubicBezTo>
                    <a:pt x="4336" y="5971"/>
                    <a:pt x="4503" y="5538"/>
                    <a:pt x="4503" y="5037"/>
                  </a:cubicBezTo>
                  <a:cubicBezTo>
                    <a:pt x="4503" y="4570"/>
                    <a:pt x="4336" y="4237"/>
                    <a:pt x="4036" y="3903"/>
                  </a:cubicBezTo>
                  <a:cubicBezTo>
                    <a:pt x="3703" y="3603"/>
                    <a:pt x="3302" y="3370"/>
                    <a:pt x="2769" y="3236"/>
                  </a:cubicBezTo>
                  <a:lnTo>
                    <a:pt x="2635" y="3203"/>
                  </a:lnTo>
                  <a:lnTo>
                    <a:pt x="2635" y="2035"/>
                  </a:lnTo>
                  <a:cubicBezTo>
                    <a:pt x="3136" y="2069"/>
                    <a:pt x="3503" y="2202"/>
                    <a:pt x="3803" y="2402"/>
                  </a:cubicBezTo>
                  <a:lnTo>
                    <a:pt x="4270" y="1235"/>
                  </a:lnTo>
                  <a:cubicBezTo>
                    <a:pt x="3703" y="1035"/>
                    <a:pt x="3169" y="868"/>
                    <a:pt x="2635" y="834"/>
                  </a:cubicBezTo>
                  <a:lnTo>
                    <a:pt x="2635" y="0"/>
                  </a:ln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198;p32">
              <a:extLst>
                <a:ext uri="{FF2B5EF4-FFF2-40B4-BE49-F238E27FC236}">
                  <a16:creationId xmlns:a16="http://schemas.microsoft.com/office/drawing/2014/main" id="{C4E4CBF3-4FDC-DE69-B98E-0C3F34C4326A}"/>
                </a:ext>
              </a:extLst>
            </p:cNvPr>
            <p:cNvSpPr/>
            <p:nvPr/>
          </p:nvSpPr>
          <p:spPr>
            <a:xfrm>
              <a:off x="8027280" y="568080"/>
              <a:ext cx="68760" cy="68760"/>
            </a:xfrm>
            <a:custGeom>
              <a:avLst/>
              <a:gdLst>
                <a:gd name="textAreaLeft" fmla="*/ 0 w 68760"/>
                <a:gd name="textAreaRight" fmla="*/ 69120 w 6876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2503" h="2503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199;p32">
              <a:extLst>
                <a:ext uri="{FF2B5EF4-FFF2-40B4-BE49-F238E27FC236}">
                  <a16:creationId xmlns:a16="http://schemas.microsoft.com/office/drawing/2014/main" id="{B14D1270-1ACB-E696-61C3-E7AC14581BCB}"/>
                </a:ext>
              </a:extLst>
            </p:cNvPr>
            <p:cNvSpPr/>
            <p:nvPr/>
          </p:nvSpPr>
          <p:spPr>
            <a:xfrm>
              <a:off x="8019000" y="559800"/>
              <a:ext cx="85320" cy="853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103" h="3103">
                  <a:moveTo>
                    <a:pt x="1534" y="601"/>
                  </a:moveTo>
                  <a:cubicBezTo>
                    <a:pt x="2035" y="601"/>
                    <a:pt x="2502" y="1001"/>
                    <a:pt x="2502" y="1568"/>
                  </a:cubicBezTo>
                  <a:cubicBezTo>
                    <a:pt x="2502" y="2102"/>
                    <a:pt x="2102" y="2502"/>
                    <a:pt x="1534" y="2502"/>
                  </a:cubicBezTo>
                  <a:cubicBezTo>
                    <a:pt x="1001" y="2502"/>
                    <a:pt x="600" y="2102"/>
                    <a:pt x="600" y="1568"/>
                  </a:cubicBezTo>
                  <a:cubicBezTo>
                    <a:pt x="600" y="1001"/>
                    <a:pt x="1001" y="601"/>
                    <a:pt x="1534" y="601"/>
                  </a:cubicBezTo>
                  <a:close/>
                  <a:moveTo>
                    <a:pt x="1534" y="1"/>
                  </a:moveTo>
                  <a:cubicBezTo>
                    <a:pt x="701" y="1"/>
                    <a:pt x="0" y="734"/>
                    <a:pt x="0" y="1568"/>
                  </a:cubicBezTo>
                  <a:cubicBezTo>
                    <a:pt x="0" y="2402"/>
                    <a:pt x="701" y="3103"/>
                    <a:pt x="1534" y="3103"/>
                  </a:cubicBezTo>
                  <a:cubicBezTo>
                    <a:pt x="2368" y="3103"/>
                    <a:pt x="3036" y="2436"/>
                    <a:pt x="3102" y="1568"/>
                  </a:cubicBezTo>
                  <a:cubicBezTo>
                    <a:pt x="3102" y="734"/>
                    <a:pt x="2368" y="1"/>
                    <a:pt x="153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200;p32">
              <a:extLst>
                <a:ext uri="{FF2B5EF4-FFF2-40B4-BE49-F238E27FC236}">
                  <a16:creationId xmlns:a16="http://schemas.microsoft.com/office/drawing/2014/main" id="{BC67C1E7-E231-3BA7-935D-4C37CA078DC1}"/>
                </a:ext>
              </a:extLst>
            </p:cNvPr>
            <p:cNvSpPr/>
            <p:nvPr/>
          </p:nvSpPr>
          <p:spPr>
            <a:xfrm>
              <a:off x="7860240" y="738720"/>
              <a:ext cx="84600" cy="85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70" h="3104">
                  <a:moveTo>
                    <a:pt x="1535" y="601"/>
                  </a:moveTo>
                  <a:cubicBezTo>
                    <a:pt x="2069" y="601"/>
                    <a:pt x="2536" y="1035"/>
                    <a:pt x="2502" y="1535"/>
                  </a:cubicBezTo>
                  <a:cubicBezTo>
                    <a:pt x="2502" y="2069"/>
                    <a:pt x="2069" y="2503"/>
                    <a:pt x="1535" y="2503"/>
                  </a:cubicBezTo>
                  <a:cubicBezTo>
                    <a:pt x="1001" y="2503"/>
                    <a:pt x="568" y="2069"/>
                    <a:pt x="568" y="1535"/>
                  </a:cubicBezTo>
                  <a:cubicBezTo>
                    <a:pt x="568" y="1002"/>
                    <a:pt x="1001" y="601"/>
                    <a:pt x="1535" y="601"/>
                  </a:cubicBezTo>
                  <a:close/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402" y="3103"/>
                    <a:pt x="3069" y="2369"/>
                    <a:pt x="3069" y="1535"/>
                  </a:cubicBezTo>
                  <a:cubicBezTo>
                    <a:pt x="3069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201;p32">
              <a:extLst>
                <a:ext uri="{FF2B5EF4-FFF2-40B4-BE49-F238E27FC236}">
                  <a16:creationId xmlns:a16="http://schemas.microsoft.com/office/drawing/2014/main" id="{76950583-4902-F933-07C4-EFB4779F67AF}"/>
                </a:ext>
              </a:extLst>
            </p:cNvPr>
            <p:cNvSpPr/>
            <p:nvPr/>
          </p:nvSpPr>
          <p:spPr>
            <a:xfrm>
              <a:off x="7838280" y="496080"/>
              <a:ext cx="15480" cy="21348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568" h="774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lnTo>
                    <a:pt x="0" y="7440"/>
                  </a:lnTo>
                  <a:cubicBezTo>
                    <a:pt x="0" y="7606"/>
                    <a:pt x="133" y="7740"/>
                    <a:pt x="300" y="7740"/>
                  </a:cubicBezTo>
                  <a:cubicBezTo>
                    <a:pt x="400" y="7740"/>
                    <a:pt x="534" y="7606"/>
                    <a:pt x="567" y="7440"/>
                  </a:cubicBezTo>
                  <a:lnTo>
                    <a:pt x="567" y="301"/>
                  </a:ln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B6F2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202;p32">
              <a:extLst>
                <a:ext uri="{FF2B5EF4-FFF2-40B4-BE49-F238E27FC236}">
                  <a16:creationId xmlns:a16="http://schemas.microsoft.com/office/drawing/2014/main" id="{5D1F64E7-6649-328B-7ECC-ACD5DD358BAA}"/>
                </a:ext>
              </a:extLst>
            </p:cNvPr>
            <p:cNvSpPr/>
            <p:nvPr/>
          </p:nvSpPr>
          <p:spPr>
            <a:xfrm>
              <a:off x="7738560" y="594720"/>
              <a:ext cx="213480" cy="15480"/>
            </a:xfrm>
            <a:custGeom>
              <a:avLst/>
              <a:gdLst>
                <a:gd name="textAreaLeft" fmla="*/ 0 w 213480"/>
                <a:gd name="textAreaRight" fmla="*/ 213840 w 21348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7740" h="568">
                  <a:moveTo>
                    <a:pt x="301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7"/>
                    <a:pt x="134" y="567"/>
                    <a:pt x="301" y="567"/>
                  </a:cubicBezTo>
                  <a:lnTo>
                    <a:pt x="7439" y="567"/>
                  </a:lnTo>
                  <a:cubicBezTo>
                    <a:pt x="7606" y="567"/>
                    <a:pt x="7739" y="467"/>
                    <a:pt x="7739" y="300"/>
                  </a:cubicBezTo>
                  <a:cubicBezTo>
                    <a:pt x="7739" y="100"/>
                    <a:pt x="7606" y="0"/>
                    <a:pt x="743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203;p32">
              <a:extLst>
                <a:ext uri="{FF2B5EF4-FFF2-40B4-BE49-F238E27FC236}">
                  <a16:creationId xmlns:a16="http://schemas.microsoft.com/office/drawing/2014/main" id="{043DB78D-8A60-26D5-46C4-BF17F417084A}"/>
                </a:ext>
              </a:extLst>
            </p:cNvPr>
            <p:cNvSpPr/>
            <p:nvPr/>
          </p:nvSpPr>
          <p:spPr>
            <a:xfrm>
              <a:off x="8411400" y="707400"/>
              <a:ext cx="547920" cy="547920"/>
            </a:xfrm>
            <a:custGeom>
              <a:avLst/>
              <a:gdLst>
                <a:gd name="textAreaLeft" fmla="*/ 0 w 547920"/>
                <a:gd name="textAreaRight" fmla="*/ 548280 w 547920"/>
                <a:gd name="textAreaTop" fmla="*/ 0 h 547920"/>
                <a:gd name="textAreaBottom" fmla="*/ 548280 h 547920"/>
              </a:gdLst>
              <a:ahLst/>
              <a:cxnLst/>
              <a:rect l="textAreaLeft" t="textAreaTop" r="textAreaRight" b="textAreaBottom"/>
              <a:pathLst>
                <a:path w="19848" h="19849">
                  <a:moveTo>
                    <a:pt x="9640" y="935"/>
                  </a:moveTo>
                  <a:lnTo>
                    <a:pt x="9640" y="3803"/>
                  </a:lnTo>
                  <a:cubicBezTo>
                    <a:pt x="8907" y="3803"/>
                    <a:pt x="8173" y="3803"/>
                    <a:pt x="7506" y="3837"/>
                  </a:cubicBezTo>
                  <a:cubicBezTo>
                    <a:pt x="8306" y="2469"/>
                    <a:pt x="9140" y="1468"/>
                    <a:pt x="9640" y="935"/>
                  </a:cubicBezTo>
                  <a:close/>
                  <a:moveTo>
                    <a:pt x="10241" y="801"/>
                  </a:moveTo>
                  <a:cubicBezTo>
                    <a:pt x="10741" y="1302"/>
                    <a:pt x="11742" y="2436"/>
                    <a:pt x="12643" y="4004"/>
                  </a:cubicBezTo>
                  <a:cubicBezTo>
                    <a:pt x="11809" y="3937"/>
                    <a:pt x="11008" y="3837"/>
                    <a:pt x="10241" y="3837"/>
                  </a:cubicBezTo>
                  <a:lnTo>
                    <a:pt x="10241" y="801"/>
                  </a:lnTo>
                  <a:close/>
                  <a:moveTo>
                    <a:pt x="9073" y="768"/>
                  </a:moveTo>
                  <a:lnTo>
                    <a:pt x="9073" y="768"/>
                  </a:lnTo>
                  <a:cubicBezTo>
                    <a:pt x="8440" y="1435"/>
                    <a:pt x="7572" y="2503"/>
                    <a:pt x="6805" y="3937"/>
                  </a:cubicBezTo>
                  <a:cubicBezTo>
                    <a:pt x="5771" y="4004"/>
                    <a:pt x="4837" y="4170"/>
                    <a:pt x="4003" y="4337"/>
                  </a:cubicBezTo>
                  <a:cubicBezTo>
                    <a:pt x="5237" y="2636"/>
                    <a:pt x="6972" y="1402"/>
                    <a:pt x="9073" y="768"/>
                  </a:cubicBezTo>
                  <a:close/>
                  <a:moveTo>
                    <a:pt x="10975" y="768"/>
                  </a:moveTo>
                  <a:lnTo>
                    <a:pt x="10975" y="768"/>
                  </a:lnTo>
                  <a:cubicBezTo>
                    <a:pt x="13176" y="1402"/>
                    <a:pt x="15011" y="2803"/>
                    <a:pt x="16245" y="4637"/>
                  </a:cubicBezTo>
                  <a:cubicBezTo>
                    <a:pt x="15244" y="4437"/>
                    <a:pt x="14277" y="4237"/>
                    <a:pt x="13310" y="4104"/>
                  </a:cubicBezTo>
                  <a:cubicBezTo>
                    <a:pt x="12509" y="2603"/>
                    <a:pt x="11608" y="1468"/>
                    <a:pt x="10975" y="768"/>
                  </a:cubicBezTo>
                  <a:close/>
                  <a:moveTo>
                    <a:pt x="6805" y="1102"/>
                  </a:moveTo>
                  <a:lnTo>
                    <a:pt x="6805" y="1102"/>
                  </a:lnTo>
                  <a:cubicBezTo>
                    <a:pt x="5337" y="1935"/>
                    <a:pt x="4103" y="3103"/>
                    <a:pt x="3169" y="4571"/>
                  </a:cubicBezTo>
                  <a:cubicBezTo>
                    <a:pt x="2769" y="4671"/>
                    <a:pt x="2402" y="4771"/>
                    <a:pt x="2002" y="4871"/>
                  </a:cubicBezTo>
                  <a:cubicBezTo>
                    <a:pt x="3169" y="3136"/>
                    <a:pt x="4837" y="1802"/>
                    <a:pt x="6805" y="1102"/>
                  </a:cubicBezTo>
                  <a:close/>
                  <a:moveTo>
                    <a:pt x="13543" y="1302"/>
                  </a:moveTo>
                  <a:lnTo>
                    <a:pt x="13543" y="1302"/>
                  </a:lnTo>
                  <a:cubicBezTo>
                    <a:pt x="15411" y="2069"/>
                    <a:pt x="16946" y="3437"/>
                    <a:pt x="17980" y="5138"/>
                  </a:cubicBezTo>
                  <a:cubicBezTo>
                    <a:pt x="17646" y="5038"/>
                    <a:pt x="17346" y="4971"/>
                    <a:pt x="17012" y="4871"/>
                  </a:cubicBezTo>
                  <a:cubicBezTo>
                    <a:pt x="16178" y="3437"/>
                    <a:pt x="14978" y="2169"/>
                    <a:pt x="13543" y="1302"/>
                  </a:cubicBezTo>
                  <a:close/>
                  <a:moveTo>
                    <a:pt x="6505" y="4471"/>
                  </a:moveTo>
                  <a:lnTo>
                    <a:pt x="6505" y="4471"/>
                  </a:lnTo>
                  <a:cubicBezTo>
                    <a:pt x="5838" y="5838"/>
                    <a:pt x="5337" y="7506"/>
                    <a:pt x="5271" y="9341"/>
                  </a:cubicBezTo>
                  <a:lnTo>
                    <a:pt x="5271" y="9574"/>
                  </a:lnTo>
                  <a:lnTo>
                    <a:pt x="2268" y="9574"/>
                  </a:lnTo>
                  <a:cubicBezTo>
                    <a:pt x="2302" y="7906"/>
                    <a:pt x="2802" y="6339"/>
                    <a:pt x="3603" y="4971"/>
                  </a:cubicBezTo>
                  <a:cubicBezTo>
                    <a:pt x="4103" y="4871"/>
                    <a:pt x="4737" y="4771"/>
                    <a:pt x="5337" y="4637"/>
                  </a:cubicBezTo>
                  <a:cubicBezTo>
                    <a:pt x="5738" y="4604"/>
                    <a:pt x="6105" y="4504"/>
                    <a:pt x="6505" y="4471"/>
                  </a:cubicBezTo>
                  <a:close/>
                  <a:moveTo>
                    <a:pt x="2802" y="5238"/>
                  </a:moveTo>
                  <a:cubicBezTo>
                    <a:pt x="2135" y="6539"/>
                    <a:pt x="1735" y="8006"/>
                    <a:pt x="1668" y="9608"/>
                  </a:cubicBezTo>
                  <a:lnTo>
                    <a:pt x="567" y="9608"/>
                  </a:lnTo>
                  <a:cubicBezTo>
                    <a:pt x="601" y="8173"/>
                    <a:pt x="968" y="6806"/>
                    <a:pt x="1601" y="5638"/>
                  </a:cubicBezTo>
                  <a:cubicBezTo>
                    <a:pt x="1935" y="5505"/>
                    <a:pt x="2335" y="5405"/>
                    <a:pt x="2802" y="5238"/>
                  </a:cubicBezTo>
                  <a:close/>
                  <a:moveTo>
                    <a:pt x="8888" y="4376"/>
                  </a:moveTo>
                  <a:cubicBezTo>
                    <a:pt x="9135" y="4376"/>
                    <a:pt x="9386" y="4384"/>
                    <a:pt x="9640" y="4404"/>
                  </a:cubicBezTo>
                  <a:lnTo>
                    <a:pt x="9640" y="9608"/>
                  </a:lnTo>
                  <a:lnTo>
                    <a:pt x="5804" y="9608"/>
                  </a:lnTo>
                  <a:lnTo>
                    <a:pt x="5804" y="9441"/>
                  </a:lnTo>
                  <a:cubicBezTo>
                    <a:pt x="5904" y="7506"/>
                    <a:pt x="6471" y="5838"/>
                    <a:pt x="7172" y="4471"/>
                  </a:cubicBezTo>
                  <a:cubicBezTo>
                    <a:pt x="7714" y="4423"/>
                    <a:pt x="8290" y="4376"/>
                    <a:pt x="8888" y="4376"/>
                  </a:cubicBezTo>
                  <a:close/>
                  <a:moveTo>
                    <a:pt x="10241" y="4404"/>
                  </a:moveTo>
                  <a:cubicBezTo>
                    <a:pt x="11075" y="4437"/>
                    <a:pt x="11975" y="4504"/>
                    <a:pt x="12943" y="4637"/>
                  </a:cubicBezTo>
                  <a:cubicBezTo>
                    <a:pt x="13610" y="5972"/>
                    <a:pt x="14144" y="7606"/>
                    <a:pt x="14244" y="9441"/>
                  </a:cubicBezTo>
                  <a:lnTo>
                    <a:pt x="14244" y="9608"/>
                  </a:lnTo>
                  <a:lnTo>
                    <a:pt x="10241" y="9608"/>
                  </a:lnTo>
                  <a:lnTo>
                    <a:pt x="10241" y="4404"/>
                  </a:lnTo>
                  <a:close/>
                  <a:moveTo>
                    <a:pt x="13643" y="4737"/>
                  </a:moveTo>
                  <a:cubicBezTo>
                    <a:pt x="14611" y="4871"/>
                    <a:pt x="15611" y="5104"/>
                    <a:pt x="16679" y="5338"/>
                  </a:cubicBezTo>
                  <a:cubicBezTo>
                    <a:pt x="17313" y="6605"/>
                    <a:pt x="17746" y="8073"/>
                    <a:pt x="17813" y="9608"/>
                  </a:cubicBezTo>
                  <a:lnTo>
                    <a:pt x="14811" y="9608"/>
                  </a:lnTo>
                  <a:lnTo>
                    <a:pt x="14811" y="9407"/>
                  </a:lnTo>
                  <a:cubicBezTo>
                    <a:pt x="14744" y="7640"/>
                    <a:pt x="14277" y="6072"/>
                    <a:pt x="13643" y="4737"/>
                  </a:cubicBezTo>
                  <a:close/>
                  <a:moveTo>
                    <a:pt x="17346" y="5571"/>
                  </a:moveTo>
                  <a:lnTo>
                    <a:pt x="17346" y="5571"/>
                  </a:lnTo>
                  <a:cubicBezTo>
                    <a:pt x="17679" y="5638"/>
                    <a:pt x="18013" y="5772"/>
                    <a:pt x="18347" y="5838"/>
                  </a:cubicBezTo>
                  <a:cubicBezTo>
                    <a:pt x="18914" y="6972"/>
                    <a:pt x="19247" y="8273"/>
                    <a:pt x="19314" y="9608"/>
                  </a:cubicBezTo>
                  <a:lnTo>
                    <a:pt x="18347" y="9608"/>
                  </a:lnTo>
                  <a:cubicBezTo>
                    <a:pt x="18313" y="8140"/>
                    <a:pt x="17946" y="6806"/>
                    <a:pt x="17346" y="5571"/>
                  </a:cubicBezTo>
                  <a:close/>
                  <a:moveTo>
                    <a:pt x="1668" y="10108"/>
                  </a:moveTo>
                  <a:lnTo>
                    <a:pt x="1668" y="10141"/>
                  </a:lnTo>
                  <a:cubicBezTo>
                    <a:pt x="1735" y="11843"/>
                    <a:pt x="2168" y="13477"/>
                    <a:pt x="2969" y="14911"/>
                  </a:cubicBezTo>
                  <a:cubicBezTo>
                    <a:pt x="2602" y="14811"/>
                    <a:pt x="2235" y="14678"/>
                    <a:pt x="1801" y="14578"/>
                  </a:cubicBezTo>
                  <a:cubicBezTo>
                    <a:pt x="1068" y="13210"/>
                    <a:pt x="601" y="11742"/>
                    <a:pt x="567" y="10108"/>
                  </a:cubicBezTo>
                  <a:close/>
                  <a:moveTo>
                    <a:pt x="19314" y="10141"/>
                  </a:moveTo>
                  <a:cubicBezTo>
                    <a:pt x="19281" y="11843"/>
                    <a:pt x="18780" y="13444"/>
                    <a:pt x="17946" y="14811"/>
                  </a:cubicBezTo>
                  <a:cubicBezTo>
                    <a:pt x="17646" y="14911"/>
                    <a:pt x="17313" y="15012"/>
                    <a:pt x="16946" y="15112"/>
                  </a:cubicBezTo>
                  <a:cubicBezTo>
                    <a:pt x="17813" y="13677"/>
                    <a:pt x="18313" y="11976"/>
                    <a:pt x="18347" y="10141"/>
                  </a:cubicBezTo>
                  <a:close/>
                  <a:moveTo>
                    <a:pt x="5237" y="10141"/>
                  </a:moveTo>
                  <a:cubicBezTo>
                    <a:pt x="5271" y="12009"/>
                    <a:pt x="5771" y="13844"/>
                    <a:pt x="6738" y="15679"/>
                  </a:cubicBezTo>
                  <a:cubicBezTo>
                    <a:pt x="5771" y="15579"/>
                    <a:pt x="4770" y="15345"/>
                    <a:pt x="3736" y="15112"/>
                  </a:cubicBezTo>
                  <a:cubicBezTo>
                    <a:pt x="2802" y="13677"/>
                    <a:pt x="2268" y="11976"/>
                    <a:pt x="2235" y="10141"/>
                  </a:cubicBezTo>
                  <a:close/>
                  <a:moveTo>
                    <a:pt x="17813" y="10141"/>
                  </a:moveTo>
                  <a:cubicBezTo>
                    <a:pt x="17780" y="12076"/>
                    <a:pt x="17179" y="13844"/>
                    <a:pt x="16145" y="15345"/>
                  </a:cubicBezTo>
                  <a:cubicBezTo>
                    <a:pt x="15645" y="15479"/>
                    <a:pt x="15111" y="15612"/>
                    <a:pt x="14511" y="15679"/>
                  </a:cubicBezTo>
                  <a:cubicBezTo>
                    <a:pt x="14110" y="15779"/>
                    <a:pt x="13677" y="15812"/>
                    <a:pt x="13243" y="15845"/>
                  </a:cubicBezTo>
                  <a:cubicBezTo>
                    <a:pt x="14244" y="13977"/>
                    <a:pt x="14777" y="12109"/>
                    <a:pt x="14811" y="10141"/>
                  </a:cubicBezTo>
                  <a:close/>
                  <a:moveTo>
                    <a:pt x="9640" y="10141"/>
                  </a:moveTo>
                  <a:lnTo>
                    <a:pt x="9640" y="15946"/>
                  </a:lnTo>
                  <a:cubicBezTo>
                    <a:pt x="8940" y="15912"/>
                    <a:pt x="8173" y="15845"/>
                    <a:pt x="7439" y="15779"/>
                  </a:cubicBezTo>
                  <a:cubicBezTo>
                    <a:pt x="6405" y="13944"/>
                    <a:pt x="5838" y="12076"/>
                    <a:pt x="5804" y="10141"/>
                  </a:cubicBezTo>
                  <a:close/>
                  <a:moveTo>
                    <a:pt x="14244" y="10141"/>
                  </a:moveTo>
                  <a:cubicBezTo>
                    <a:pt x="14177" y="12109"/>
                    <a:pt x="13610" y="14011"/>
                    <a:pt x="12509" y="15912"/>
                  </a:cubicBezTo>
                  <a:cubicBezTo>
                    <a:pt x="11809" y="15979"/>
                    <a:pt x="11075" y="15979"/>
                    <a:pt x="10241" y="15979"/>
                  </a:cubicBezTo>
                  <a:lnTo>
                    <a:pt x="10241" y="10141"/>
                  </a:lnTo>
                  <a:close/>
                  <a:moveTo>
                    <a:pt x="17446" y="15612"/>
                  </a:moveTo>
                  <a:cubicBezTo>
                    <a:pt x="16445" y="16913"/>
                    <a:pt x="15111" y="17947"/>
                    <a:pt x="13577" y="18614"/>
                  </a:cubicBezTo>
                  <a:cubicBezTo>
                    <a:pt x="14744" y="17914"/>
                    <a:pt x="15745" y="16946"/>
                    <a:pt x="16512" y="15845"/>
                  </a:cubicBezTo>
                  <a:cubicBezTo>
                    <a:pt x="16846" y="15779"/>
                    <a:pt x="17146" y="15679"/>
                    <a:pt x="17446" y="15612"/>
                  </a:cubicBezTo>
                  <a:close/>
                  <a:moveTo>
                    <a:pt x="2268" y="15312"/>
                  </a:moveTo>
                  <a:lnTo>
                    <a:pt x="2268" y="15312"/>
                  </a:lnTo>
                  <a:cubicBezTo>
                    <a:pt x="2635" y="15445"/>
                    <a:pt x="3002" y="15512"/>
                    <a:pt x="3403" y="15612"/>
                  </a:cubicBezTo>
                  <a:cubicBezTo>
                    <a:pt x="4270" y="16913"/>
                    <a:pt x="5437" y="18014"/>
                    <a:pt x="6805" y="18781"/>
                  </a:cubicBezTo>
                  <a:cubicBezTo>
                    <a:pt x="4970" y="18147"/>
                    <a:pt x="3336" y="16913"/>
                    <a:pt x="2268" y="15312"/>
                  </a:cubicBezTo>
                  <a:close/>
                  <a:moveTo>
                    <a:pt x="7772" y="16413"/>
                  </a:moveTo>
                  <a:lnTo>
                    <a:pt x="7772" y="16413"/>
                  </a:lnTo>
                  <a:cubicBezTo>
                    <a:pt x="8440" y="16446"/>
                    <a:pt x="9073" y="16479"/>
                    <a:pt x="9640" y="16513"/>
                  </a:cubicBezTo>
                  <a:lnTo>
                    <a:pt x="9640" y="18914"/>
                  </a:lnTo>
                  <a:cubicBezTo>
                    <a:pt x="8940" y="18080"/>
                    <a:pt x="8306" y="17246"/>
                    <a:pt x="7772" y="16413"/>
                  </a:cubicBezTo>
                  <a:close/>
                  <a:moveTo>
                    <a:pt x="12176" y="16479"/>
                  </a:moveTo>
                  <a:lnTo>
                    <a:pt x="12176" y="16479"/>
                  </a:lnTo>
                  <a:cubicBezTo>
                    <a:pt x="11642" y="17347"/>
                    <a:pt x="10975" y="18247"/>
                    <a:pt x="10241" y="19081"/>
                  </a:cubicBezTo>
                  <a:lnTo>
                    <a:pt x="10241" y="16513"/>
                  </a:lnTo>
                  <a:lnTo>
                    <a:pt x="10608" y="16513"/>
                  </a:lnTo>
                  <a:cubicBezTo>
                    <a:pt x="11141" y="16513"/>
                    <a:pt x="11675" y="16513"/>
                    <a:pt x="12176" y="16479"/>
                  </a:cubicBezTo>
                  <a:close/>
                  <a:moveTo>
                    <a:pt x="4237" y="15812"/>
                  </a:moveTo>
                  <a:cubicBezTo>
                    <a:pt x="5237" y="16012"/>
                    <a:pt x="6171" y="16179"/>
                    <a:pt x="7105" y="16312"/>
                  </a:cubicBezTo>
                  <a:cubicBezTo>
                    <a:pt x="7639" y="17280"/>
                    <a:pt x="8339" y="18247"/>
                    <a:pt x="9140" y="19148"/>
                  </a:cubicBezTo>
                  <a:cubicBezTo>
                    <a:pt x="7139" y="18614"/>
                    <a:pt x="5437" y="17413"/>
                    <a:pt x="4237" y="15812"/>
                  </a:cubicBezTo>
                  <a:close/>
                  <a:moveTo>
                    <a:pt x="15645" y="16012"/>
                  </a:moveTo>
                  <a:lnTo>
                    <a:pt x="15645" y="16012"/>
                  </a:lnTo>
                  <a:cubicBezTo>
                    <a:pt x="14444" y="17480"/>
                    <a:pt x="12809" y="18614"/>
                    <a:pt x="10908" y="19148"/>
                  </a:cubicBezTo>
                  <a:cubicBezTo>
                    <a:pt x="11675" y="18247"/>
                    <a:pt x="12342" y="17347"/>
                    <a:pt x="12909" y="16446"/>
                  </a:cubicBezTo>
                  <a:cubicBezTo>
                    <a:pt x="13943" y="16346"/>
                    <a:pt x="14844" y="16179"/>
                    <a:pt x="15645" y="16012"/>
                  </a:cubicBezTo>
                  <a:close/>
                  <a:moveTo>
                    <a:pt x="9941" y="1"/>
                  </a:moveTo>
                  <a:cubicBezTo>
                    <a:pt x="4470" y="1"/>
                    <a:pt x="0" y="4471"/>
                    <a:pt x="0" y="9941"/>
                  </a:cubicBezTo>
                  <a:cubicBezTo>
                    <a:pt x="0" y="15412"/>
                    <a:pt x="4470" y="19848"/>
                    <a:pt x="9941" y="19848"/>
                  </a:cubicBezTo>
                  <a:lnTo>
                    <a:pt x="10174" y="19848"/>
                  </a:lnTo>
                  <a:cubicBezTo>
                    <a:pt x="15511" y="19782"/>
                    <a:pt x="19848" y="15345"/>
                    <a:pt x="19848" y="9941"/>
                  </a:cubicBezTo>
                  <a:cubicBezTo>
                    <a:pt x="19848" y="4504"/>
                    <a:pt x="15511" y="134"/>
                    <a:pt x="1014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204;p32">
              <a:extLst>
                <a:ext uri="{FF2B5EF4-FFF2-40B4-BE49-F238E27FC236}">
                  <a16:creationId xmlns:a16="http://schemas.microsoft.com/office/drawing/2014/main" id="{770FD27D-2CC8-07A5-74D6-921419956E43}"/>
                </a:ext>
              </a:extLst>
            </p:cNvPr>
            <p:cNvSpPr/>
            <p:nvPr/>
          </p:nvSpPr>
          <p:spPr>
            <a:xfrm>
              <a:off x="6626160" y="1986480"/>
              <a:ext cx="84600" cy="85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70" h="3103">
                  <a:moveTo>
                    <a:pt x="1535" y="601"/>
                  </a:moveTo>
                  <a:cubicBezTo>
                    <a:pt x="2068" y="601"/>
                    <a:pt x="2502" y="1034"/>
                    <a:pt x="2502" y="1568"/>
                  </a:cubicBezTo>
                  <a:cubicBezTo>
                    <a:pt x="2502" y="2102"/>
                    <a:pt x="2068" y="2535"/>
                    <a:pt x="1535" y="2535"/>
                  </a:cubicBezTo>
                  <a:cubicBezTo>
                    <a:pt x="1001" y="2535"/>
                    <a:pt x="567" y="2102"/>
                    <a:pt x="567" y="1568"/>
                  </a:cubicBezTo>
                  <a:cubicBezTo>
                    <a:pt x="567" y="1034"/>
                    <a:pt x="1001" y="601"/>
                    <a:pt x="1535" y="601"/>
                  </a:cubicBezTo>
                  <a:close/>
                  <a:moveTo>
                    <a:pt x="1535" y="0"/>
                  </a:moveTo>
                  <a:cubicBezTo>
                    <a:pt x="701" y="0"/>
                    <a:pt x="0" y="734"/>
                    <a:pt x="0" y="1568"/>
                  </a:cubicBezTo>
                  <a:cubicBezTo>
                    <a:pt x="0" y="2402"/>
                    <a:pt x="701" y="3102"/>
                    <a:pt x="1535" y="3102"/>
                  </a:cubicBezTo>
                  <a:cubicBezTo>
                    <a:pt x="2369" y="3102"/>
                    <a:pt x="3069" y="2402"/>
                    <a:pt x="3069" y="1568"/>
                  </a:cubicBezTo>
                  <a:cubicBezTo>
                    <a:pt x="3069" y="734"/>
                    <a:pt x="2369" y="0"/>
                    <a:pt x="1535" y="0"/>
                  </a:cubicBezTo>
                  <a:close/>
                </a:path>
              </a:pathLst>
            </a:custGeom>
            <a:solidFill>
              <a:srgbClr val="EDDE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5" name="Google Shape;205;p32">
              <a:extLst>
                <a:ext uri="{FF2B5EF4-FFF2-40B4-BE49-F238E27FC236}">
                  <a16:creationId xmlns:a16="http://schemas.microsoft.com/office/drawing/2014/main" id="{72A34389-28F8-AD8C-6FBF-73968B80EC42}"/>
                </a:ext>
              </a:extLst>
            </p:cNvPr>
            <p:cNvGrpSpPr/>
            <p:nvPr/>
          </p:nvGrpSpPr>
          <p:grpSpPr>
            <a:xfrm>
              <a:off x="5705280" y="939600"/>
              <a:ext cx="1524240" cy="2219040"/>
              <a:chOff x="5705280" y="939600"/>
              <a:chExt cx="1524240" cy="2219040"/>
            </a:xfrm>
          </p:grpSpPr>
          <p:sp>
            <p:nvSpPr>
              <p:cNvPr id="143" name="Google Shape;206;p32">
                <a:extLst>
                  <a:ext uri="{FF2B5EF4-FFF2-40B4-BE49-F238E27FC236}">
                    <a16:creationId xmlns:a16="http://schemas.microsoft.com/office/drawing/2014/main" id="{66EAE2B1-2549-5AE1-282B-0EDC5F7595E7}"/>
                  </a:ext>
                </a:extLst>
              </p:cNvPr>
              <p:cNvSpPr/>
              <p:nvPr/>
            </p:nvSpPr>
            <p:spPr>
              <a:xfrm>
                <a:off x="6974640" y="939600"/>
                <a:ext cx="15480" cy="212400"/>
              </a:xfrm>
              <a:custGeom>
                <a:avLst/>
                <a:gdLst>
                  <a:gd name="textAreaLeft" fmla="*/ 0 w 15480"/>
                  <a:gd name="textAreaRight" fmla="*/ 15840 w 15480"/>
                  <a:gd name="textAreaTop" fmla="*/ 0 h 212400"/>
                  <a:gd name="textAreaBottom" fmla="*/ 212760 h 212400"/>
                </a:gdLst>
                <a:ahLst/>
                <a:cxnLst/>
                <a:rect l="textAreaLeft" t="textAreaTop" r="textAreaRight" b="textAreaBottom"/>
                <a:pathLst>
                  <a:path w="568" h="7707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4" name="Google Shape;207;p32">
                <a:extLst>
                  <a:ext uri="{FF2B5EF4-FFF2-40B4-BE49-F238E27FC236}">
                    <a16:creationId xmlns:a16="http://schemas.microsoft.com/office/drawing/2014/main" id="{3AB5FCE6-FEDF-AB50-6432-15F6C22463D9}"/>
                  </a:ext>
                </a:extLst>
              </p:cNvPr>
              <p:cNvSpPr/>
              <p:nvPr/>
            </p:nvSpPr>
            <p:spPr>
              <a:xfrm>
                <a:off x="6874920" y="1037160"/>
                <a:ext cx="212400" cy="15480"/>
              </a:xfrm>
              <a:custGeom>
                <a:avLst/>
                <a:gdLst>
                  <a:gd name="textAreaLeft" fmla="*/ 0 w 212400"/>
                  <a:gd name="textAreaRight" fmla="*/ 212760 w 212400"/>
                  <a:gd name="textAreaTop" fmla="*/ 0 h 15480"/>
                  <a:gd name="textAreaBottom" fmla="*/ 15840 h 15480"/>
                </a:gdLst>
                <a:ahLst/>
                <a:cxnLst/>
                <a:rect l="textAreaLeft" t="textAreaTop" r="textAreaRight" b="textAreaBottom"/>
                <a:pathLst>
                  <a:path w="7707" h="568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5" name="Google Shape;208;p32">
                <a:extLst>
                  <a:ext uri="{FF2B5EF4-FFF2-40B4-BE49-F238E27FC236}">
                    <a16:creationId xmlns:a16="http://schemas.microsoft.com/office/drawing/2014/main" id="{35651683-B039-89B9-4AF5-C3D99AC1A585}"/>
                  </a:ext>
                </a:extLst>
              </p:cNvPr>
              <p:cNvSpPr/>
              <p:nvPr/>
            </p:nvSpPr>
            <p:spPr>
              <a:xfrm>
                <a:off x="7074360" y="1181520"/>
                <a:ext cx="155160" cy="160560"/>
              </a:xfrm>
              <a:custGeom>
                <a:avLst/>
                <a:gdLst>
                  <a:gd name="textAreaLeft" fmla="*/ 0 w 155160"/>
                  <a:gd name="textAreaRight" fmla="*/ 155520 w 155160"/>
                  <a:gd name="textAreaTop" fmla="*/ 0 h 160560"/>
                  <a:gd name="textAreaBottom" fmla="*/ 160920 h 160560"/>
                </a:gdLst>
                <a:ahLst/>
                <a:cxnLst/>
                <a:rect l="textAreaLeft" t="textAreaTop" r="textAreaRight" b="textAreaBottom"/>
                <a:pathLst>
                  <a:path w="5627" h="5825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6" name="Google Shape;209;p32">
                <a:extLst>
                  <a:ext uri="{FF2B5EF4-FFF2-40B4-BE49-F238E27FC236}">
                    <a16:creationId xmlns:a16="http://schemas.microsoft.com/office/drawing/2014/main" id="{D4F4CAA5-F114-C3EF-2FB3-6B35E24E5095}"/>
                  </a:ext>
                </a:extLst>
              </p:cNvPr>
              <p:cNvSpPr/>
              <p:nvPr/>
            </p:nvSpPr>
            <p:spPr>
              <a:xfrm>
                <a:off x="6876000" y="2063160"/>
                <a:ext cx="84600" cy="8532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3070" h="3104"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369" y="3103"/>
                      <a:pt x="3070" y="2369"/>
                      <a:pt x="3070" y="1535"/>
                    </a:cubicBezTo>
                    <a:cubicBezTo>
                      <a:pt x="3070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840" bIns="42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" name="Google Shape;210;p32">
                <a:extLst>
                  <a:ext uri="{FF2B5EF4-FFF2-40B4-BE49-F238E27FC236}">
                    <a16:creationId xmlns:a16="http://schemas.microsoft.com/office/drawing/2014/main" id="{212A3A87-EA4F-89DD-B760-F9FBEFE53AD3}"/>
                  </a:ext>
                </a:extLst>
              </p:cNvPr>
              <p:cNvSpPr/>
              <p:nvPr/>
            </p:nvSpPr>
            <p:spPr>
              <a:xfrm>
                <a:off x="6752520" y="1717200"/>
                <a:ext cx="174600" cy="1908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90800"/>
                  <a:gd name="textAreaBottom" fmla="*/ 191160 h 190800"/>
                </a:gdLst>
                <a:ahLst/>
                <a:cxnLst/>
                <a:rect l="textAreaLeft" t="textAreaTop" r="textAreaRight" b="textAreaBottom"/>
                <a:pathLst>
                  <a:path w="6338" h="6925">
                    <a:moveTo>
                      <a:pt x="749" y="0"/>
                    </a:moveTo>
                    <a:cubicBezTo>
                      <a:pt x="358" y="0"/>
                      <a:pt x="0" y="307"/>
                      <a:pt x="0" y="708"/>
                    </a:cubicBezTo>
                    <a:lnTo>
                      <a:pt x="0" y="6179"/>
                    </a:lnTo>
                    <a:cubicBezTo>
                      <a:pt x="0" y="6626"/>
                      <a:pt x="351" y="6925"/>
                      <a:pt x="737" y="6925"/>
                    </a:cubicBezTo>
                    <a:cubicBezTo>
                      <a:pt x="870" y="6925"/>
                      <a:pt x="1006" y="6890"/>
                      <a:pt x="1134" y="6813"/>
                    </a:cubicBezTo>
                    <a:lnTo>
                      <a:pt x="5838" y="4111"/>
                    </a:lnTo>
                    <a:cubicBezTo>
                      <a:pt x="6338" y="3811"/>
                      <a:pt x="6338" y="3077"/>
                      <a:pt x="5838" y="2810"/>
                    </a:cubicBezTo>
                    <a:lnTo>
                      <a:pt x="1134" y="108"/>
                    </a:lnTo>
                    <a:cubicBezTo>
                      <a:pt x="1010" y="34"/>
                      <a:pt x="878" y="0"/>
                      <a:pt x="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" name="Google Shape;211;p32">
                <a:extLst>
                  <a:ext uri="{FF2B5EF4-FFF2-40B4-BE49-F238E27FC236}">
                    <a16:creationId xmlns:a16="http://schemas.microsoft.com/office/drawing/2014/main" id="{13BDEB2D-DDFA-E38E-ACD1-10899B3E4505}"/>
                  </a:ext>
                </a:extLst>
              </p:cNvPr>
              <p:cNvSpPr/>
              <p:nvPr/>
            </p:nvSpPr>
            <p:spPr>
              <a:xfrm>
                <a:off x="5705280" y="2938680"/>
                <a:ext cx="68760" cy="68760"/>
              </a:xfrm>
              <a:custGeom>
                <a:avLst/>
                <a:gdLst>
                  <a:gd name="textAreaLeft" fmla="*/ 0 w 68760"/>
                  <a:gd name="textAreaRight" fmla="*/ 69120 w 68760"/>
                  <a:gd name="textAreaTop" fmla="*/ 0 h 68760"/>
                  <a:gd name="textAreaBottom" fmla="*/ 69120 h 68760"/>
                </a:gdLst>
                <a:ahLst/>
                <a:cxnLst/>
                <a:rect l="textAreaLeft" t="textAreaTop" r="textAreaRight" b="textAreaBottom"/>
                <a:pathLst>
                  <a:path w="2503" h="2502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" name="Google Shape;212;p32">
                <a:extLst>
                  <a:ext uri="{FF2B5EF4-FFF2-40B4-BE49-F238E27FC236}">
                    <a16:creationId xmlns:a16="http://schemas.microsoft.com/office/drawing/2014/main" id="{15F2BE2E-2E22-A7AF-9B1A-8297ED592387}"/>
                  </a:ext>
                </a:extLst>
              </p:cNvPr>
              <p:cNvSpPr/>
              <p:nvPr/>
            </p:nvSpPr>
            <p:spPr>
              <a:xfrm>
                <a:off x="5848920" y="30733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3103" h="3103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840" bIns="42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" name="Google Shape;213;p32">
                <a:extLst>
                  <a:ext uri="{FF2B5EF4-FFF2-40B4-BE49-F238E27FC236}">
                    <a16:creationId xmlns:a16="http://schemas.microsoft.com/office/drawing/2014/main" id="{5867AAC2-589B-A801-E181-F7A4AC5EFDB3}"/>
                  </a:ext>
                </a:extLst>
              </p:cNvPr>
              <p:cNvSpPr/>
              <p:nvPr/>
            </p:nvSpPr>
            <p:spPr>
              <a:xfrm>
                <a:off x="5823000" y="2759040"/>
                <a:ext cx="200520" cy="171360"/>
              </a:xfrm>
              <a:custGeom>
                <a:avLst/>
                <a:gdLst>
                  <a:gd name="textAreaLeft" fmla="*/ 0 w 200520"/>
                  <a:gd name="textAreaRight" fmla="*/ 200880 w 200520"/>
                  <a:gd name="textAreaTop" fmla="*/ 0 h 171360"/>
                  <a:gd name="textAreaBottom" fmla="*/ 171720 h 171360"/>
                </a:gdLst>
                <a:ahLst/>
                <a:cxnLst/>
                <a:rect l="textAreaLeft" t="textAreaTop" r="textAreaRight" b="textAreaBottom"/>
                <a:pathLst>
                  <a:path w="7273" h="6214">
                    <a:moveTo>
                      <a:pt x="934" y="0"/>
                    </a:moveTo>
                    <a:cubicBezTo>
                      <a:pt x="367" y="0"/>
                      <a:pt x="0" y="634"/>
                      <a:pt x="267" y="1135"/>
                    </a:cubicBezTo>
                    <a:lnTo>
                      <a:pt x="3002" y="5838"/>
                    </a:lnTo>
                    <a:cubicBezTo>
                      <a:pt x="3136" y="6088"/>
                      <a:pt x="3386" y="6213"/>
                      <a:pt x="3636" y="6213"/>
                    </a:cubicBezTo>
                    <a:cubicBezTo>
                      <a:pt x="3886" y="6213"/>
                      <a:pt x="4137" y="6088"/>
                      <a:pt x="4270" y="5838"/>
                    </a:cubicBezTo>
                    <a:lnTo>
                      <a:pt x="7005" y="1135"/>
                    </a:lnTo>
                    <a:cubicBezTo>
                      <a:pt x="7272" y="601"/>
                      <a:pt x="6905" y="0"/>
                      <a:pt x="6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5680" bIns="85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56" name="Google Shape;214;p32">
              <a:extLst>
                <a:ext uri="{FF2B5EF4-FFF2-40B4-BE49-F238E27FC236}">
                  <a16:creationId xmlns:a16="http://schemas.microsoft.com/office/drawing/2014/main" id="{84F6097E-C67E-5B18-6730-2BE43ED8E3C7}"/>
                </a:ext>
              </a:extLst>
            </p:cNvPr>
            <p:cNvSpPr/>
            <p:nvPr/>
          </p:nvSpPr>
          <p:spPr>
            <a:xfrm>
              <a:off x="5553360" y="291960"/>
              <a:ext cx="448560" cy="449280"/>
            </a:xfrm>
            <a:custGeom>
              <a:avLst/>
              <a:gdLst>
                <a:gd name="textAreaLeft" fmla="*/ 0 w 448560"/>
                <a:gd name="textAreaRight" fmla="*/ 448920 w 448560"/>
                <a:gd name="textAreaTop" fmla="*/ 0 h 449280"/>
                <a:gd name="textAreaBottom" fmla="*/ 449640 h 449280"/>
              </a:gdLst>
              <a:ahLst/>
              <a:cxnLst/>
              <a:rect l="textAreaLeft" t="textAreaTop" r="textAreaRight" b="textAreaBottom"/>
              <a:pathLst>
                <a:path w="16246" h="16280">
                  <a:moveTo>
                    <a:pt x="8106" y="1"/>
                  </a:moveTo>
                  <a:cubicBezTo>
                    <a:pt x="3636" y="1"/>
                    <a:pt x="0" y="3637"/>
                    <a:pt x="0" y="8140"/>
                  </a:cubicBezTo>
                  <a:cubicBezTo>
                    <a:pt x="0" y="12643"/>
                    <a:pt x="3636" y="16279"/>
                    <a:pt x="8106" y="16279"/>
                  </a:cubicBezTo>
                  <a:cubicBezTo>
                    <a:pt x="12609" y="16279"/>
                    <a:pt x="16245" y="12643"/>
                    <a:pt x="16245" y="8140"/>
                  </a:cubicBezTo>
                  <a:cubicBezTo>
                    <a:pt x="16245" y="3637"/>
                    <a:pt x="12609" y="1"/>
                    <a:pt x="810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215;p32">
              <a:extLst>
                <a:ext uri="{FF2B5EF4-FFF2-40B4-BE49-F238E27FC236}">
                  <a16:creationId xmlns:a16="http://schemas.microsoft.com/office/drawing/2014/main" id="{2CE57354-90D1-710B-DAE0-D8CAC4A0BAE8}"/>
                </a:ext>
              </a:extLst>
            </p:cNvPr>
            <p:cNvSpPr/>
            <p:nvPr/>
          </p:nvSpPr>
          <p:spPr>
            <a:xfrm>
              <a:off x="5595480" y="334080"/>
              <a:ext cx="363600" cy="364680"/>
            </a:xfrm>
            <a:custGeom>
              <a:avLst/>
              <a:gdLst>
                <a:gd name="textAreaLeft" fmla="*/ 0 w 363600"/>
                <a:gd name="textAreaRight" fmla="*/ 363960 w 363600"/>
                <a:gd name="textAreaTop" fmla="*/ 0 h 364680"/>
                <a:gd name="textAreaBottom" fmla="*/ 365040 h 364680"/>
              </a:gdLst>
              <a:ahLst/>
              <a:cxnLst/>
              <a:rect l="textAreaLeft" t="textAreaTop" r="textAreaRight" b="textAreaBottom"/>
              <a:pathLst>
                <a:path w="13177" h="13210">
                  <a:moveTo>
                    <a:pt x="6572" y="0"/>
                  </a:moveTo>
                  <a:cubicBezTo>
                    <a:pt x="2936" y="0"/>
                    <a:pt x="1" y="2969"/>
                    <a:pt x="1" y="6605"/>
                  </a:cubicBezTo>
                  <a:cubicBezTo>
                    <a:pt x="1" y="10241"/>
                    <a:pt x="2936" y="13210"/>
                    <a:pt x="6572" y="13210"/>
                  </a:cubicBezTo>
                  <a:cubicBezTo>
                    <a:pt x="10241" y="13210"/>
                    <a:pt x="13177" y="10241"/>
                    <a:pt x="13177" y="6605"/>
                  </a:cubicBezTo>
                  <a:cubicBezTo>
                    <a:pt x="13177" y="2969"/>
                    <a:pt x="10241" y="0"/>
                    <a:pt x="657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216;p32">
              <a:extLst>
                <a:ext uri="{FF2B5EF4-FFF2-40B4-BE49-F238E27FC236}">
                  <a16:creationId xmlns:a16="http://schemas.microsoft.com/office/drawing/2014/main" id="{8C3BBE32-A39F-A30E-5704-31819AC7D4BA}"/>
                </a:ext>
              </a:extLst>
            </p:cNvPr>
            <p:cNvSpPr/>
            <p:nvPr/>
          </p:nvSpPr>
          <p:spPr>
            <a:xfrm>
              <a:off x="5668560" y="364680"/>
              <a:ext cx="219960" cy="303840"/>
            </a:xfrm>
            <a:custGeom>
              <a:avLst/>
              <a:gdLst>
                <a:gd name="textAreaLeft" fmla="*/ 0 w 219960"/>
                <a:gd name="textAreaRight" fmla="*/ 220320 w 21996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973" h="11008">
                  <a:moveTo>
                    <a:pt x="3069" y="2802"/>
                  </a:moveTo>
                  <a:cubicBezTo>
                    <a:pt x="3536" y="2835"/>
                    <a:pt x="4003" y="2835"/>
                    <a:pt x="4403" y="2835"/>
                  </a:cubicBezTo>
                  <a:cubicBezTo>
                    <a:pt x="4570" y="2869"/>
                    <a:pt x="4737" y="2902"/>
                    <a:pt x="4904" y="3002"/>
                  </a:cubicBezTo>
                  <a:cubicBezTo>
                    <a:pt x="5304" y="3169"/>
                    <a:pt x="5471" y="3469"/>
                    <a:pt x="5471" y="3836"/>
                  </a:cubicBezTo>
                  <a:cubicBezTo>
                    <a:pt x="5404" y="4270"/>
                    <a:pt x="5204" y="4470"/>
                    <a:pt x="4870" y="4637"/>
                  </a:cubicBezTo>
                  <a:cubicBezTo>
                    <a:pt x="4470" y="4837"/>
                    <a:pt x="4003" y="4837"/>
                    <a:pt x="3536" y="4837"/>
                  </a:cubicBezTo>
                  <a:lnTo>
                    <a:pt x="3069" y="4837"/>
                  </a:lnTo>
                  <a:lnTo>
                    <a:pt x="3069" y="2802"/>
                  </a:lnTo>
                  <a:close/>
                  <a:moveTo>
                    <a:pt x="3659" y="5834"/>
                  </a:moveTo>
                  <a:cubicBezTo>
                    <a:pt x="4047" y="5834"/>
                    <a:pt x="4425" y="5849"/>
                    <a:pt x="4803" y="5938"/>
                  </a:cubicBezTo>
                  <a:cubicBezTo>
                    <a:pt x="5004" y="5971"/>
                    <a:pt x="5204" y="6038"/>
                    <a:pt x="5404" y="6138"/>
                  </a:cubicBezTo>
                  <a:cubicBezTo>
                    <a:pt x="5737" y="6305"/>
                    <a:pt x="5904" y="6605"/>
                    <a:pt x="5904" y="7005"/>
                  </a:cubicBezTo>
                  <a:cubicBezTo>
                    <a:pt x="5871" y="7372"/>
                    <a:pt x="5671" y="7639"/>
                    <a:pt x="5337" y="7806"/>
                  </a:cubicBezTo>
                  <a:cubicBezTo>
                    <a:pt x="4870" y="8039"/>
                    <a:pt x="4370" y="8106"/>
                    <a:pt x="3869" y="8106"/>
                  </a:cubicBezTo>
                  <a:lnTo>
                    <a:pt x="3069" y="8106"/>
                  </a:lnTo>
                  <a:lnTo>
                    <a:pt x="3069" y="5838"/>
                  </a:lnTo>
                  <a:cubicBezTo>
                    <a:pt x="3269" y="5838"/>
                    <a:pt x="3465" y="5834"/>
                    <a:pt x="3659" y="5834"/>
                  </a:cubicBezTo>
                  <a:close/>
                  <a:moveTo>
                    <a:pt x="3869" y="0"/>
                  </a:moveTo>
                  <a:lnTo>
                    <a:pt x="3869" y="1635"/>
                  </a:lnTo>
                  <a:cubicBezTo>
                    <a:pt x="3569" y="1635"/>
                    <a:pt x="3336" y="1635"/>
                    <a:pt x="3036" y="1668"/>
                  </a:cubicBezTo>
                  <a:lnTo>
                    <a:pt x="3036" y="33"/>
                  </a:lnTo>
                  <a:lnTo>
                    <a:pt x="2035" y="33"/>
                  </a:lnTo>
                  <a:lnTo>
                    <a:pt x="2035" y="1701"/>
                  </a:lnTo>
                  <a:lnTo>
                    <a:pt x="0" y="1701"/>
                  </a:lnTo>
                  <a:lnTo>
                    <a:pt x="0" y="2802"/>
                  </a:lnTo>
                  <a:lnTo>
                    <a:pt x="834" y="2802"/>
                  </a:lnTo>
                  <a:cubicBezTo>
                    <a:pt x="1168" y="2802"/>
                    <a:pt x="1334" y="3002"/>
                    <a:pt x="1334" y="3336"/>
                  </a:cubicBezTo>
                  <a:lnTo>
                    <a:pt x="1334" y="5371"/>
                  </a:lnTo>
                  <a:lnTo>
                    <a:pt x="1334" y="7706"/>
                  </a:lnTo>
                  <a:cubicBezTo>
                    <a:pt x="1334" y="8006"/>
                    <a:pt x="1201" y="8139"/>
                    <a:pt x="901" y="8139"/>
                  </a:cubicBezTo>
                  <a:lnTo>
                    <a:pt x="200" y="8139"/>
                  </a:lnTo>
                  <a:cubicBezTo>
                    <a:pt x="100" y="8540"/>
                    <a:pt x="67" y="8940"/>
                    <a:pt x="0" y="9340"/>
                  </a:cubicBezTo>
                  <a:lnTo>
                    <a:pt x="2035" y="9340"/>
                  </a:lnTo>
                  <a:lnTo>
                    <a:pt x="2035" y="11008"/>
                  </a:lnTo>
                  <a:lnTo>
                    <a:pt x="3036" y="11008"/>
                  </a:lnTo>
                  <a:lnTo>
                    <a:pt x="3036" y="9340"/>
                  </a:lnTo>
                  <a:lnTo>
                    <a:pt x="3836" y="9340"/>
                  </a:lnTo>
                  <a:lnTo>
                    <a:pt x="3836" y="11008"/>
                  </a:lnTo>
                  <a:lnTo>
                    <a:pt x="4837" y="11008"/>
                  </a:lnTo>
                  <a:lnTo>
                    <a:pt x="4837" y="9373"/>
                  </a:lnTo>
                  <a:cubicBezTo>
                    <a:pt x="5371" y="9307"/>
                    <a:pt x="5871" y="9207"/>
                    <a:pt x="6371" y="9107"/>
                  </a:cubicBezTo>
                  <a:cubicBezTo>
                    <a:pt x="7239" y="8840"/>
                    <a:pt x="7739" y="8306"/>
                    <a:pt x="7872" y="7372"/>
                  </a:cubicBezTo>
                  <a:cubicBezTo>
                    <a:pt x="7906" y="7272"/>
                    <a:pt x="7906" y="7139"/>
                    <a:pt x="7906" y="7005"/>
                  </a:cubicBezTo>
                  <a:cubicBezTo>
                    <a:pt x="7972" y="6038"/>
                    <a:pt x="7539" y="5437"/>
                    <a:pt x="6571" y="5170"/>
                  </a:cubicBezTo>
                  <a:cubicBezTo>
                    <a:pt x="6538" y="5137"/>
                    <a:pt x="6538" y="5137"/>
                    <a:pt x="6505" y="5137"/>
                  </a:cubicBezTo>
                  <a:lnTo>
                    <a:pt x="6538" y="5104"/>
                  </a:lnTo>
                  <a:cubicBezTo>
                    <a:pt x="7339" y="4603"/>
                    <a:pt x="7572" y="3669"/>
                    <a:pt x="7205" y="2835"/>
                  </a:cubicBezTo>
                  <a:cubicBezTo>
                    <a:pt x="7005" y="2335"/>
                    <a:pt x="6605" y="2035"/>
                    <a:pt x="6138" y="1935"/>
                  </a:cubicBezTo>
                  <a:cubicBezTo>
                    <a:pt x="5737" y="1801"/>
                    <a:pt x="5371" y="1768"/>
                    <a:pt x="5004" y="1668"/>
                  </a:cubicBezTo>
                  <a:cubicBezTo>
                    <a:pt x="4904" y="1668"/>
                    <a:pt x="4870" y="1635"/>
                    <a:pt x="4870" y="1535"/>
                  </a:cubicBezTo>
                  <a:lnTo>
                    <a:pt x="4870" y="834"/>
                  </a:lnTo>
                  <a:lnTo>
                    <a:pt x="4870" y="0"/>
                  </a:ln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217;p32">
              <a:extLst>
                <a:ext uri="{FF2B5EF4-FFF2-40B4-BE49-F238E27FC236}">
                  <a16:creationId xmlns:a16="http://schemas.microsoft.com/office/drawing/2014/main" id="{C498668A-B6FA-53D7-1914-59D50BCD321F}"/>
                </a:ext>
              </a:extLst>
            </p:cNvPr>
            <p:cNvSpPr/>
            <p:nvPr/>
          </p:nvSpPr>
          <p:spPr>
            <a:xfrm>
              <a:off x="8084160" y="4689360"/>
              <a:ext cx="380160" cy="10836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13777" h="3938">
                  <a:moveTo>
                    <a:pt x="6872" y="1"/>
                  </a:moveTo>
                  <a:cubicBezTo>
                    <a:pt x="3069" y="1"/>
                    <a:pt x="0" y="868"/>
                    <a:pt x="0" y="1969"/>
                  </a:cubicBezTo>
                  <a:cubicBezTo>
                    <a:pt x="0" y="3036"/>
                    <a:pt x="3069" y="3937"/>
                    <a:pt x="6872" y="3937"/>
                  </a:cubicBezTo>
                  <a:cubicBezTo>
                    <a:pt x="10674" y="3937"/>
                    <a:pt x="13777" y="3036"/>
                    <a:pt x="13777" y="1969"/>
                  </a:cubicBezTo>
                  <a:cubicBezTo>
                    <a:pt x="13777" y="868"/>
                    <a:pt x="10674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360" bIns="54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218;p32">
              <a:extLst>
                <a:ext uri="{FF2B5EF4-FFF2-40B4-BE49-F238E27FC236}">
                  <a16:creationId xmlns:a16="http://schemas.microsoft.com/office/drawing/2014/main" id="{423B724A-8AD1-F6D0-C252-39CE4DFBEC05}"/>
                </a:ext>
              </a:extLst>
            </p:cNvPr>
            <p:cNvSpPr/>
            <p:nvPr/>
          </p:nvSpPr>
          <p:spPr>
            <a:xfrm>
              <a:off x="8098920" y="4413960"/>
              <a:ext cx="349920" cy="122040"/>
            </a:xfrm>
            <a:custGeom>
              <a:avLst/>
              <a:gdLst>
                <a:gd name="textAreaLeft" fmla="*/ 0 w 349920"/>
                <a:gd name="textAreaRight" fmla="*/ 350280 w 3499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12677" h="4437">
                  <a:moveTo>
                    <a:pt x="6339" y="0"/>
                  </a:moveTo>
                  <a:cubicBezTo>
                    <a:pt x="2836" y="0"/>
                    <a:pt x="1" y="1001"/>
                    <a:pt x="1" y="2202"/>
                  </a:cubicBezTo>
                  <a:cubicBezTo>
                    <a:pt x="1" y="3436"/>
                    <a:pt x="2836" y="4437"/>
                    <a:pt x="6339" y="4437"/>
                  </a:cubicBezTo>
                  <a:cubicBezTo>
                    <a:pt x="9841" y="4437"/>
                    <a:pt x="12677" y="3436"/>
                    <a:pt x="12677" y="2202"/>
                  </a:cubicBezTo>
                  <a:cubicBezTo>
                    <a:pt x="12677" y="1001"/>
                    <a:pt x="9841" y="0"/>
                    <a:pt x="6339" y="0"/>
                  </a:cubicBezTo>
                  <a:close/>
                </a:path>
              </a:pathLst>
            </a:custGeom>
            <a:solidFill>
              <a:srgbClr val="09066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0" bIns="61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219;p32">
              <a:extLst>
                <a:ext uri="{FF2B5EF4-FFF2-40B4-BE49-F238E27FC236}">
                  <a16:creationId xmlns:a16="http://schemas.microsoft.com/office/drawing/2014/main" id="{6DD3E523-235F-63BA-4071-CD91FED8E052}"/>
                </a:ext>
              </a:extLst>
            </p:cNvPr>
            <p:cNvSpPr/>
            <p:nvPr/>
          </p:nvSpPr>
          <p:spPr>
            <a:xfrm>
              <a:off x="8102520" y="4486680"/>
              <a:ext cx="340560" cy="26244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12343" h="9508">
                  <a:moveTo>
                    <a:pt x="0" y="0"/>
                  </a:moveTo>
                  <a:lnTo>
                    <a:pt x="1968" y="7205"/>
                  </a:lnTo>
                  <a:cubicBezTo>
                    <a:pt x="2335" y="8606"/>
                    <a:pt x="3603" y="9507"/>
                    <a:pt x="5004" y="9507"/>
                  </a:cubicBezTo>
                  <a:lnTo>
                    <a:pt x="7339" y="9507"/>
                  </a:lnTo>
                  <a:cubicBezTo>
                    <a:pt x="8773" y="9507"/>
                    <a:pt x="10007" y="8540"/>
                    <a:pt x="10374" y="7205"/>
                  </a:cubicBezTo>
                  <a:lnTo>
                    <a:pt x="12342" y="0"/>
                  </a:lnTo>
                  <a:lnTo>
                    <a:pt x="12342" y="0"/>
                  </a:lnTo>
                  <a:cubicBezTo>
                    <a:pt x="11842" y="1034"/>
                    <a:pt x="9307" y="1802"/>
                    <a:pt x="6205" y="1802"/>
                  </a:cubicBezTo>
                  <a:cubicBezTo>
                    <a:pt x="3136" y="1802"/>
                    <a:pt x="534" y="103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220;p32">
              <a:extLst>
                <a:ext uri="{FF2B5EF4-FFF2-40B4-BE49-F238E27FC236}">
                  <a16:creationId xmlns:a16="http://schemas.microsoft.com/office/drawing/2014/main" id="{0CD1F6BA-352D-E0BF-DD88-150E99046B37}"/>
                </a:ext>
              </a:extLst>
            </p:cNvPr>
            <p:cNvSpPr/>
            <p:nvPr/>
          </p:nvSpPr>
          <p:spPr>
            <a:xfrm>
              <a:off x="8140320" y="4443840"/>
              <a:ext cx="264960" cy="92160"/>
            </a:xfrm>
            <a:custGeom>
              <a:avLst/>
              <a:gdLst>
                <a:gd name="textAreaLeft" fmla="*/ 0 w 264960"/>
                <a:gd name="textAreaRight" fmla="*/ 265320 w 264960"/>
                <a:gd name="textAreaTop" fmla="*/ 0 h 92160"/>
                <a:gd name="textAreaBottom" fmla="*/ 92520 h 92160"/>
              </a:gdLst>
              <a:ahLst/>
              <a:cxnLst/>
              <a:rect l="textAreaLeft" t="textAreaTop" r="textAreaRight" b="textAreaBottom"/>
              <a:pathLst>
                <a:path w="9608" h="3343">
                  <a:moveTo>
                    <a:pt x="4881" y="1"/>
                  </a:moveTo>
                  <a:cubicBezTo>
                    <a:pt x="2965" y="1"/>
                    <a:pt x="989" y="747"/>
                    <a:pt x="1" y="2542"/>
                  </a:cubicBezTo>
                  <a:cubicBezTo>
                    <a:pt x="1168" y="3042"/>
                    <a:pt x="2903" y="3343"/>
                    <a:pt x="4838" y="3343"/>
                  </a:cubicBezTo>
                  <a:cubicBezTo>
                    <a:pt x="6772" y="3343"/>
                    <a:pt x="8440" y="3042"/>
                    <a:pt x="9608" y="2575"/>
                  </a:cubicBezTo>
                  <a:cubicBezTo>
                    <a:pt x="9474" y="1875"/>
                    <a:pt x="8907" y="1241"/>
                    <a:pt x="8274" y="874"/>
                  </a:cubicBezTo>
                  <a:cubicBezTo>
                    <a:pt x="7363" y="320"/>
                    <a:pt x="6135" y="1"/>
                    <a:pt x="4881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080" bIns="46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221;p32">
              <a:extLst>
                <a:ext uri="{FF2B5EF4-FFF2-40B4-BE49-F238E27FC236}">
                  <a16:creationId xmlns:a16="http://schemas.microsoft.com/office/drawing/2014/main" id="{55996C11-F317-DDD3-EABE-1E378A771B32}"/>
                </a:ext>
              </a:extLst>
            </p:cNvPr>
            <p:cNvSpPr/>
            <p:nvPr/>
          </p:nvSpPr>
          <p:spPr>
            <a:xfrm>
              <a:off x="8082360" y="4208400"/>
              <a:ext cx="337680" cy="30204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12243" h="10942">
                  <a:moveTo>
                    <a:pt x="5905" y="0"/>
                  </a:moveTo>
                  <a:cubicBezTo>
                    <a:pt x="5171" y="0"/>
                    <a:pt x="4737" y="834"/>
                    <a:pt x="4570" y="1602"/>
                  </a:cubicBezTo>
                  <a:cubicBezTo>
                    <a:pt x="4103" y="4237"/>
                    <a:pt x="4937" y="6505"/>
                    <a:pt x="5905" y="8773"/>
                  </a:cubicBezTo>
                  <a:cubicBezTo>
                    <a:pt x="5771" y="8573"/>
                    <a:pt x="5671" y="8406"/>
                    <a:pt x="5538" y="8206"/>
                  </a:cubicBezTo>
                  <a:cubicBezTo>
                    <a:pt x="5071" y="7506"/>
                    <a:pt x="4570" y="6772"/>
                    <a:pt x="4103" y="5905"/>
                  </a:cubicBezTo>
                  <a:cubicBezTo>
                    <a:pt x="3837" y="5371"/>
                    <a:pt x="3536" y="4737"/>
                    <a:pt x="3036" y="4270"/>
                  </a:cubicBezTo>
                  <a:cubicBezTo>
                    <a:pt x="2640" y="3899"/>
                    <a:pt x="2116" y="3693"/>
                    <a:pt x="1640" y="3693"/>
                  </a:cubicBezTo>
                  <a:cubicBezTo>
                    <a:pt x="1474" y="3693"/>
                    <a:pt x="1314" y="3718"/>
                    <a:pt x="1168" y="3770"/>
                  </a:cubicBezTo>
                  <a:cubicBezTo>
                    <a:pt x="334" y="4070"/>
                    <a:pt x="0" y="5104"/>
                    <a:pt x="167" y="5905"/>
                  </a:cubicBezTo>
                  <a:cubicBezTo>
                    <a:pt x="334" y="6772"/>
                    <a:pt x="934" y="7439"/>
                    <a:pt x="1435" y="7939"/>
                  </a:cubicBezTo>
                  <a:cubicBezTo>
                    <a:pt x="2903" y="9374"/>
                    <a:pt x="4737" y="10408"/>
                    <a:pt x="6739" y="10908"/>
                  </a:cubicBezTo>
                  <a:cubicBezTo>
                    <a:pt x="6772" y="10908"/>
                    <a:pt x="6872" y="10942"/>
                    <a:pt x="6939" y="10942"/>
                  </a:cubicBezTo>
                  <a:cubicBezTo>
                    <a:pt x="8106" y="10942"/>
                    <a:pt x="10875" y="9107"/>
                    <a:pt x="11776" y="7506"/>
                  </a:cubicBezTo>
                  <a:cubicBezTo>
                    <a:pt x="12009" y="6939"/>
                    <a:pt x="12243" y="6105"/>
                    <a:pt x="12042" y="5438"/>
                  </a:cubicBezTo>
                  <a:cubicBezTo>
                    <a:pt x="11942" y="5104"/>
                    <a:pt x="11742" y="4871"/>
                    <a:pt x="11442" y="4704"/>
                  </a:cubicBezTo>
                  <a:cubicBezTo>
                    <a:pt x="11270" y="4607"/>
                    <a:pt x="11071" y="4559"/>
                    <a:pt x="10858" y="4559"/>
                  </a:cubicBezTo>
                  <a:cubicBezTo>
                    <a:pt x="10407" y="4559"/>
                    <a:pt x="9893" y="4774"/>
                    <a:pt x="9441" y="5204"/>
                  </a:cubicBezTo>
                  <a:cubicBezTo>
                    <a:pt x="8406" y="6105"/>
                    <a:pt x="7739" y="7372"/>
                    <a:pt x="7272" y="8607"/>
                  </a:cubicBezTo>
                  <a:cubicBezTo>
                    <a:pt x="7573" y="6372"/>
                    <a:pt x="7573" y="4070"/>
                    <a:pt x="7239" y="1768"/>
                  </a:cubicBezTo>
                  <a:cubicBezTo>
                    <a:pt x="7206" y="1368"/>
                    <a:pt x="6905" y="0"/>
                    <a:pt x="590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222;p32">
              <a:extLst>
                <a:ext uri="{FF2B5EF4-FFF2-40B4-BE49-F238E27FC236}">
                  <a16:creationId xmlns:a16="http://schemas.microsoft.com/office/drawing/2014/main" id="{0FF2F3B8-C56D-B78B-F8B9-900254444DEE}"/>
                </a:ext>
              </a:extLst>
            </p:cNvPr>
            <p:cNvSpPr/>
            <p:nvPr/>
          </p:nvSpPr>
          <p:spPr>
            <a:xfrm>
              <a:off x="8101440" y="4486680"/>
              <a:ext cx="207000" cy="262440"/>
            </a:xfrm>
            <a:custGeom>
              <a:avLst/>
              <a:gdLst>
                <a:gd name="textAreaLeft" fmla="*/ 0 w 207000"/>
                <a:gd name="textAreaRight" fmla="*/ 207360 w 20700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7507" h="9508">
                  <a:moveTo>
                    <a:pt x="1" y="0"/>
                  </a:moveTo>
                  <a:lnTo>
                    <a:pt x="1969" y="7205"/>
                  </a:lnTo>
                  <a:cubicBezTo>
                    <a:pt x="2336" y="8606"/>
                    <a:pt x="3570" y="9507"/>
                    <a:pt x="5005" y="9507"/>
                  </a:cubicBezTo>
                  <a:lnTo>
                    <a:pt x="7506" y="9507"/>
                  </a:lnTo>
                  <a:cubicBezTo>
                    <a:pt x="4304" y="7539"/>
                    <a:pt x="3904" y="4037"/>
                    <a:pt x="4071" y="1668"/>
                  </a:cubicBezTo>
                  <a:cubicBezTo>
                    <a:pt x="2002" y="1435"/>
                    <a:pt x="468" y="801"/>
                    <a:pt x="1" y="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223;p32">
              <a:extLst>
                <a:ext uri="{FF2B5EF4-FFF2-40B4-BE49-F238E27FC236}">
                  <a16:creationId xmlns:a16="http://schemas.microsoft.com/office/drawing/2014/main" id="{7E7DC25A-26F3-2AC6-BBA9-7F5E7CE89F13}"/>
                </a:ext>
              </a:extLst>
            </p:cNvPr>
            <p:cNvSpPr/>
            <p:nvPr/>
          </p:nvSpPr>
          <p:spPr>
            <a:xfrm>
              <a:off x="8462880" y="4195440"/>
              <a:ext cx="511200" cy="17676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176760"/>
                <a:gd name="textAreaBottom" fmla="*/ 177120 h 176760"/>
              </a:gdLst>
              <a:ahLst/>
              <a:cxnLst/>
              <a:rect l="textAreaLeft" t="textAreaTop" r="textAreaRight" b="textAreaBottom"/>
              <a:pathLst>
                <a:path w="18515" h="6406">
                  <a:moveTo>
                    <a:pt x="9274" y="0"/>
                  </a:moveTo>
                  <a:cubicBezTo>
                    <a:pt x="4137" y="0"/>
                    <a:pt x="1" y="1401"/>
                    <a:pt x="1" y="3203"/>
                  </a:cubicBezTo>
                  <a:cubicBezTo>
                    <a:pt x="1" y="4971"/>
                    <a:pt x="4171" y="6405"/>
                    <a:pt x="9274" y="6405"/>
                  </a:cubicBezTo>
                  <a:cubicBezTo>
                    <a:pt x="14411" y="6405"/>
                    <a:pt x="18514" y="5004"/>
                    <a:pt x="18514" y="3203"/>
                  </a:cubicBezTo>
                  <a:cubicBezTo>
                    <a:pt x="18514" y="1401"/>
                    <a:pt x="14411" y="0"/>
                    <a:pt x="9274" y="0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224;p32">
              <a:extLst>
                <a:ext uri="{FF2B5EF4-FFF2-40B4-BE49-F238E27FC236}">
                  <a16:creationId xmlns:a16="http://schemas.microsoft.com/office/drawing/2014/main" id="{38E6FD8B-9DDF-9A65-D4AC-C0018469FF0A}"/>
                </a:ext>
              </a:extLst>
            </p:cNvPr>
            <p:cNvSpPr/>
            <p:nvPr/>
          </p:nvSpPr>
          <p:spPr>
            <a:xfrm>
              <a:off x="8166960" y="3638160"/>
              <a:ext cx="600480" cy="686160"/>
            </a:xfrm>
            <a:custGeom>
              <a:avLst/>
              <a:gdLst>
                <a:gd name="textAreaLeft" fmla="*/ 0 w 600480"/>
                <a:gd name="textAreaRight" fmla="*/ 600840 w 600480"/>
                <a:gd name="textAreaTop" fmla="*/ 0 h 686160"/>
                <a:gd name="textAreaBottom" fmla="*/ 686520 h 686160"/>
              </a:gdLst>
              <a:ahLst/>
              <a:cxnLst/>
              <a:rect l="textAreaLeft" t="textAreaTop" r="textAreaRight" b="textAreaBottom"/>
              <a:pathLst>
                <a:path w="21750" h="24847">
                  <a:moveTo>
                    <a:pt x="2257" y="0"/>
                  </a:moveTo>
                  <a:cubicBezTo>
                    <a:pt x="1570" y="0"/>
                    <a:pt x="838" y="433"/>
                    <a:pt x="501" y="1063"/>
                  </a:cubicBezTo>
                  <a:cubicBezTo>
                    <a:pt x="0" y="2030"/>
                    <a:pt x="167" y="3164"/>
                    <a:pt x="467" y="4198"/>
                  </a:cubicBezTo>
                  <a:cubicBezTo>
                    <a:pt x="1168" y="6733"/>
                    <a:pt x="2636" y="9102"/>
                    <a:pt x="4604" y="10870"/>
                  </a:cubicBezTo>
                  <a:cubicBezTo>
                    <a:pt x="3036" y="11037"/>
                    <a:pt x="1935" y="12704"/>
                    <a:pt x="2169" y="14239"/>
                  </a:cubicBezTo>
                  <a:cubicBezTo>
                    <a:pt x="2369" y="15807"/>
                    <a:pt x="3703" y="17041"/>
                    <a:pt x="5171" y="17508"/>
                  </a:cubicBezTo>
                  <a:cubicBezTo>
                    <a:pt x="5716" y="17677"/>
                    <a:pt x="6278" y="17750"/>
                    <a:pt x="6843" y="17750"/>
                  </a:cubicBezTo>
                  <a:cubicBezTo>
                    <a:pt x="7832" y="17750"/>
                    <a:pt x="8827" y="17526"/>
                    <a:pt x="9741" y="17208"/>
                  </a:cubicBezTo>
                  <a:lnTo>
                    <a:pt x="9741" y="17208"/>
                  </a:lnTo>
                  <a:cubicBezTo>
                    <a:pt x="8473" y="18509"/>
                    <a:pt x="9340" y="20877"/>
                    <a:pt x="10875" y="21844"/>
                  </a:cubicBezTo>
                  <a:cubicBezTo>
                    <a:pt x="12476" y="22778"/>
                    <a:pt x="14377" y="22745"/>
                    <a:pt x="16212" y="22845"/>
                  </a:cubicBezTo>
                  <a:cubicBezTo>
                    <a:pt x="18047" y="22945"/>
                    <a:pt x="20048" y="23345"/>
                    <a:pt x="21149" y="24846"/>
                  </a:cubicBezTo>
                  <a:cubicBezTo>
                    <a:pt x="21682" y="21844"/>
                    <a:pt x="21749" y="18775"/>
                    <a:pt x="21382" y="15740"/>
                  </a:cubicBezTo>
                  <a:cubicBezTo>
                    <a:pt x="21282" y="14572"/>
                    <a:pt x="21015" y="13272"/>
                    <a:pt x="20148" y="12438"/>
                  </a:cubicBezTo>
                  <a:cubicBezTo>
                    <a:pt x="19735" y="12024"/>
                    <a:pt x="19117" y="11800"/>
                    <a:pt x="18526" y="11800"/>
                  </a:cubicBezTo>
                  <a:cubicBezTo>
                    <a:pt x="17923" y="11800"/>
                    <a:pt x="17349" y="12033"/>
                    <a:pt x="17046" y="12538"/>
                  </a:cubicBezTo>
                  <a:cubicBezTo>
                    <a:pt x="17113" y="10470"/>
                    <a:pt x="17113" y="8201"/>
                    <a:pt x="15878" y="6533"/>
                  </a:cubicBezTo>
                  <a:cubicBezTo>
                    <a:pt x="15192" y="5580"/>
                    <a:pt x="13949" y="4997"/>
                    <a:pt x="12798" y="4997"/>
                  </a:cubicBezTo>
                  <a:cubicBezTo>
                    <a:pt x="11937" y="4997"/>
                    <a:pt x="11127" y="5324"/>
                    <a:pt x="10641" y="6066"/>
                  </a:cubicBezTo>
                  <a:cubicBezTo>
                    <a:pt x="10075" y="2828"/>
                    <a:pt x="6842" y="300"/>
                    <a:pt x="3735" y="300"/>
                  </a:cubicBezTo>
                  <a:cubicBezTo>
                    <a:pt x="3546" y="300"/>
                    <a:pt x="3357" y="310"/>
                    <a:pt x="3169" y="329"/>
                  </a:cubicBezTo>
                  <a:cubicBezTo>
                    <a:pt x="2909" y="101"/>
                    <a:pt x="2588" y="0"/>
                    <a:pt x="225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225;p32">
              <a:extLst>
                <a:ext uri="{FF2B5EF4-FFF2-40B4-BE49-F238E27FC236}">
                  <a16:creationId xmlns:a16="http://schemas.microsoft.com/office/drawing/2014/main" id="{1067BBF6-4B20-31C8-32B8-17A6DBCF6197}"/>
                </a:ext>
              </a:extLst>
            </p:cNvPr>
            <p:cNvSpPr/>
            <p:nvPr/>
          </p:nvSpPr>
          <p:spPr>
            <a:xfrm>
              <a:off x="8178840" y="3658320"/>
              <a:ext cx="576360" cy="66204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662040"/>
                <a:gd name="textAreaBottom" fmla="*/ 662400 h 662040"/>
              </a:gdLst>
              <a:ahLst/>
              <a:cxnLst/>
              <a:rect l="textAreaLeft" t="textAreaTop" r="textAreaRight" b="textAreaBottom"/>
              <a:pathLst>
                <a:path w="20883" h="23984">
                  <a:moveTo>
                    <a:pt x="268" y="0"/>
                  </a:moveTo>
                  <a:cubicBezTo>
                    <a:pt x="201" y="100"/>
                    <a:pt x="101" y="234"/>
                    <a:pt x="68" y="300"/>
                  </a:cubicBezTo>
                  <a:cubicBezTo>
                    <a:pt x="34" y="334"/>
                    <a:pt x="34" y="434"/>
                    <a:pt x="1" y="467"/>
                  </a:cubicBezTo>
                  <a:cubicBezTo>
                    <a:pt x="8774" y="6338"/>
                    <a:pt x="16012" y="14511"/>
                    <a:pt x="20716" y="23984"/>
                  </a:cubicBezTo>
                  <a:cubicBezTo>
                    <a:pt x="20782" y="23684"/>
                    <a:pt x="20849" y="23417"/>
                    <a:pt x="20883" y="23083"/>
                  </a:cubicBezTo>
                  <a:cubicBezTo>
                    <a:pt x="16112" y="13810"/>
                    <a:pt x="8941" y="5804"/>
                    <a:pt x="26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226;p32">
              <a:extLst>
                <a:ext uri="{FF2B5EF4-FFF2-40B4-BE49-F238E27FC236}">
                  <a16:creationId xmlns:a16="http://schemas.microsoft.com/office/drawing/2014/main" id="{5568A3CE-5CE7-CB35-825E-8A0928CEDC77}"/>
                </a:ext>
              </a:extLst>
            </p:cNvPr>
            <p:cNvSpPr/>
            <p:nvPr/>
          </p:nvSpPr>
          <p:spPr>
            <a:xfrm>
              <a:off x="8207640" y="3688560"/>
              <a:ext cx="231120" cy="187560"/>
            </a:xfrm>
            <a:custGeom>
              <a:avLst/>
              <a:gdLst>
                <a:gd name="textAreaLeft" fmla="*/ 0 w 231120"/>
                <a:gd name="textAreaRight" fmla="*/ 231480 w 231120"/>
                <a:gd name="textAreaTop" fmla="*/ 0 h 187560"/>
                <a:gd name="textAreaBottom" fmla="*/ 187920 h 187560"/>
              </a:gdLst>
              <a:ahLst/>
              <a:cxnLst/>
              <a:rect l="textAreaLeft" t="textAreaTop" r="textAreaRight" b="textAreaBottom"/>
              <a:pathLst>
                <a:path w="8373" h="6800">
                  <a:moveTo>
                    <a:pt x="6505" y="1"/>
                  </a:moveTo>
                  <a:lnTo>
                    <a:pt x="6505" y="1"/>
                  </a:lnTo>
                  <a:cubicBezTo>
                    <a:pt x="6471" y="2002"/>
                    <a:pt x="6838" y="4004"/>
                    <a:pt x="7505" y="5872"/>
                  </a:cubicBezTo>
                  <a:cubicBezTo>
                    <a:pt x="5998" y="5096"/>
                    <a:pt x="4299" y="4703"/>
                    <a:pt x="2585" y="4703"/>
                  </a:cubicBezTo>
                  <a:cubicBezTo>
                    <a:pt x="1719" y="4703"/>
                    <a:pt x="850" y="4803"/>
                    <a:pt x="0" y="5005"/>
                  </a:cubicBezTo>
                  <a:cubicBezTo>
                    <a:pt x="67" y="5171"/>
                    <a:pt x="167" y="5338"/>
                    <a:pt x="267" y="5505"/>
                  </a:cubicBezTo>
                  <a:cubicBezTo>
                    <a:pt x="1007" y="5353"/>
                    <a:pt x="1765" y="5277"/>
                    <a:pt x="2522" y="5277"/>
                  </a:cubicBezTo>
                  <a:cubicBezTo>
                    <a:pt x="4430" y="5277"/>
                    <a:pt x="6330" y="5760"/>
                    <a:pt x="7906" y="6739"/>
                  </a:cubicBezTo>
                  <a:cubicBezTo>
                    <a:pt x="7962" y="6781"/>
                    <a:pt x="8017" y="6800"/>
                    <a:pt x="8068" y="6800"/>
                  </a:cubicBezTo>
                  <a:cubicBezTo>
                    <a:pt x="8139" y="6800"/>
                    <a:pt x="8201" y="6764"/>
                    <a:pt x="8239" y="6706"/>
                  </a:cubicBezTo>
                  <a:cubicBezTo>
                    <a:pt x="8339" y="6639"/>
                    <a:pt x="8373" y="6506"/>
                    <a:pt x="8339" y="6372"/>
                  </a:cubicBezTo>
                  <a:cubicBezTo>
                    <a:pt x="7505" y="4538"/>
                    <a:pt x="7072" y="2503"/>
                    <a:pt x="7038" y="468"/>
                  </a:cubicBezTo>
                  <a:cubicBezTo>
                    <a:pt x="6872" y="301"/>
                    <a:pt x="6671" y="134"/>
                    <a:pt x="6505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227;p32">
              <a:extLst>
                <a:ext uri="{FF2B5EF4-FFF2-40B4-BE49-F238E27FC236}">
                  <a16:creationId xmlns:a16="http://schemas.microsoft.com/office/drawing/2014/main" id="{63AA8CEB-EC2B-72C8-0879-F3E4A28EBB7F}"/>
                </a:ext>
              </a:extLst>
            </p:cNvPr>
            <p:cNvSpPr/>
            <p:nvPr/>
          </p:nvSpPr>
          <p:spPr>
            <a:xfrm>
              <a:off x="8226000" y="3785400"/>
              <a:ext cx="406800" cy="317520"/>
            </a:xfrm>
            <a:custGeom>
              <a:avLst/>
              <a:gdLst>
                <a:gd name="textAreaLeft" fmla="*/ 0 w 406800"/>
                <a:gd name="textAreaRight" fmla="*/ 407160 w 406800"/>
                <a:gd name="textAreaTop" fmla="*/ 0 h 317520"/>
                <a:gd name="textAreaBottom" fmla="*/ 317880 h 317520"/>
              </a:gdLst>
              <a:ahLst/>
              <a:cxnLst/>
              <a:rect l="textAreaLeft" t="textAreaTop" r="textAreaRight" b="textAreaBottom"/>
              <a:pathLst>
                <a:path w="14745" h="11509">
                  <a:moveTo>
                    <a:pt x="12209" y="0"/>
                  </a:moveTo>
                  <a:cubicBezTo>
                    <a:pt x="11809" y="3570"/>
                    <a:pt x="12342" y="7339"/>
                    <a:pt x="13743" y="10541"/>
                  </a:cubicBezTo>
                  <a:cubicBezTo>
                    <a:pt x="10968" y="9033"/>
                    <a:pt x="7820" y="8270"/>
                    <a:pt x="4740" y="8270"/>
                  </a:cubicBezTo>
                  <a:cubicBezTo>
                    <a:pt x="3120" y="8270"/>
                    <a:pt x="1518" y="8481"/>
                    <a:pt x="0" y="8907"/>
                  </a:cubicBezTo>
                  <a:cubicBezTo>
                    <a:pt x="34" y="9074"/>
                    <a:pt x="67" y="9240"/>
                    <a:pt x="134" y="9441"/>
                  </a:cubicBezTo>
                  <a:cubicBezTo>
                    <a:pt x="1607" y="9029"/>
                    <a:pt x="3161" y="8825"/>
                    <a:pt x="4734" y="8825"/>
                  </a:cubicBezTo>
                  <a:cubicBezTo>
                    <a:pt x="8006" y="8825"/>
                    <a:pt x="11360" y="9708"/>
                    <a:pt x="14244" y="11442"/>
                  </a:cubicBezTo>
                  <a:cubicBezTo>
                    <a:pt x="14344" y="11509"/>
                    <a:pt x="14377" y="11509"/>
                    <a:pt x="14410" y="11509"/>
                  </a:cubicBezTo>
                  <a:cubicBezTo>
                    <a:pt x="14511" y="11509"/>
                    <a:pt x="14544" y="11475"/>
                    <a:pt x="14644" y="11409"/>
                  </a:cubicBezTo>
                  <a:cubicBezTo>
                    <a:pt x="14711" y="11342"/>
                    <a:pt x="14744" y="11209"/>
                    <a:pt x="14677" y="11075"/>
                  </a:cubicBezTo>
                  <a:cubicBezTo>
                    <a:pt x="13009" y="7873"/>
                    <a:pt x="12376" y="4003"/>
                    <a:pt x="12743" y="301"/>
                  </a:cubicBezTo>
                  <a:cubicBezTo>
                    <a:pt x="12576" y="167"/>
                    <a:pt x="12409" y="67"/>
                    <a:pt x="12209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228;p32">
              <a:extLst>
                <a:ext uri="{FF2B5EF4-FFF2-40B4-BE49-F238E27FC236}">
                  <a16:creationId xmlns:a16="http://schemas.microsoft.com/office/drawing/2014/main" id="{75C5E38F-CA44-904E-541A-89C450BE43AA}"/>
                </a:ext>
              </a:extLst>
            </p:cNvPr>
            <p:cNvSpPr/>
            <p:nvPr/>
          </p:nvSpPr>
          <p:spPr>
            <a:xfrm>
              <a:off x="8422200" y="3976200"/>
              <a:ext cx="307440" cy="24552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1142" h="8907">
                  <a:moveTo>
                    <a:pt x="10641" y="0"/>
                  </a:moveTo>
                  <a:cubicBezTo>
                    <a:pt x="9640" y="2602"/>
                    <a:pt x="9307" y="5438"/>
                    <a:pt x="9674" y="8140"/>
                  </a:cubicBezTo>
                  <a:cubicBezTo>
                    <a:pt x="7806" y="7339"/>
                    <a:pt x="5774" y="6943"/>
                    <a:pt x="3749" y="6943"/>
                  </a:cubicBezTo>
                  <a:cubicBezTo>
                    <a:pt x="2483" y="6943"/>
                    <a:pt x="1219" y="7098"/>
                    <a:pt x="0" y="7406"/>
                  </a:cubicBezTo>
                  <a:cubicBezTo>
                    <a:pt x="67" y="7573"/>
                    <a:pt x="134" y="7773"/>
                    <a:pt x="234" y="7939"/>
                  </a:cubicBezTo>
                  <a:cubicBezTo>
                    <a:pt x="1396" y="7637"/>
                    <a:pt x="2597" y="7488"/>
                    <a:pt x="3799" y="7488"/>
                  </a:cubicBezTo>
                  <a:cubicBezTo>
                    <a:pt x="5912" y="7488"/>
                    <a:pt x="8028" y="7947"/>
                    <a:pt x="9941" y="8840"/>
                  </a:cubicBezTo>
                  <a:cubicBezTo>
                    <a:pt x="9974" y="8840"/>
                    <a:pt x="10007" y="8907"/>
                    <a:pt x="10074" y="8907"/>
                  </a:cubicBezTo>
                  <a:cubicBezTo>
                    <a:pt x="10107" y="8907"/>
                    <a:pt x="10208" y="8907"/>
                    <a:pt x="10241" y="8840"/>
                  </a:cubicBezTo>
                  <a:cubicBezTo>
                    <a:pt x="10308" y="8773"/>
                    <a:pt x="10374" y="8673"/>
                    <a:pt x="10374" y="8573"/>
                  </a:cubicBezTo>
                  <a:cubicBezTo>
                    <a:pt x="9907" y="5838"/>
                    <a:pt x="10208" y="3003"/>
                    <a:pt x="11142" y="401"/>
                  </a:cubicBezTo>
                  <a:cubicBezTo>
                    <a:pt x="11041" y="334"/>
                    <a:pt x="10975" y="267"/>
                    <a:pt x="10908" y="234"/>
                  </a:cubicBezTo>
                  <a:cubicBezTo>
                    <a:pt x="10808" y="134"/>
                    <a:pt x="10741" y="67"/>
                    <a:pt x="10641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229;p32">
              <a:extLst>
                <a:ext uri="{FF2B5EF4-FFF2-40B4-BE49-F238E27FC236}">
                  <a16:creationId xmlns:a16="http://schemas.microsoft.com/office/drawing/2014/main" id="{E59D09C9-1D15-DAE0-8E15-5B7CF5604E3B}"/>
                </a:ext>
              </a:extLst>
            </p:cNvPr>
            <p:cNvSpPr/>
            <p:nvPr/>
          </p:nvSpPr>
          <p:spPr>
            <a:xfrm>
              <a:off x="8582760" y="3372480"/>
              <a:ext cx="488880" cy="897120"/>
            </a:xfrm>
            <a:custGeom>
              <a:avLst/>
              <a:gdLst>
                <a:gd name="textAreaLeft" fmla="*/ 0 w 488880"/>
                <a:gd name="textAreaRight" fmla="*/ 489240 w 488880"/>
                <a:gd name="textAreaTop" fmla="*/ 0 h 897120"/>
                <a:gd name="textAreaBottom" fmla="*/ 897480 h 897120"/>
              </a:gdLst>
              <a:ahLst/>
              <a:cxnLst/>
              <a:rect l="textAreaLeft" t="textAreaTop" r="textAreaRight" b="textAreaBottom"/>
              <a:pathLst>
                <a:path w="17714" h="32487">
                  <a:moveTo>
                    <a:pt x="10199" y="1"/>
                  </a:moveTo>
                  <a:cubicBezTo>
                    <a:pt x="8068" y="1"/>
                    <a:pt x="5934" y="1595"/>
                    <a:pt x="5037" y="3632"/>
                  </a:cubicBezTo>
                  <a:cubicBezTo>
                    <a:pt x="3937" y="6101"/>
                    <a:pt x="4270" y="8970"/>
                    <a:pt x="4904" y="11638"/>
                  </a:cubicBezTo>
                  <a:cubicBezTo>
                    <a:pt x="5004" y="12172"/>
                    <a:pt x="5137" y="12772"/>
                    <a:pt x="4837" y="13239"/>
                  </a:cubicBezTo>
                  <a:cubicBezTo>
                    <a:pt x="4470" y="13806"/>
                    <a:pt x="3636" y="13806"/>
                    <a:pt x="2969" y="14006"/>
                  </a:cubicBezTo>
                  <a:cubicBezTo>
                    <a:pt x="734" y="14674"/>
                    <a:pt x="0" y="17742"/>
                    <a:pt x="801" y="19944"/>
                  </a:cubicBezTo>
                  <a:cubicBezTo>
                    <a:pt x="1602" y="22146"/>
                    <a:pt x="3336" y="23847"/>
                    <a:pt x="4604" y="25848"/>
                  </a:cubicBezTo>
                  <a:cubicBezTo>
                    <a:pt x="5838" y="27850"/>
                    <a:pt x="6605" y="30585"/>
                    <a:pt x="5237" y="32486"/>
                  </a:cubicBezTo>
                  <a:cubicBezTo>
                    <a:pt x="9007" y="29151"/>
                    <a:pt x="12609" y="25448"/>
                    <a:pt x="15712" y="21312"/>
                  </a:cubicBezTo>
                  <a:cubicBezTo>
                    <a:pt x="16445" y="20411"/>
                    <a:pt x="17146" y="19410"/>
                    <a:pt x="17446" y="18276"/>
                  </a:cubicBezTo>
                  <a:cubicBezTo>
                    <a:pt x="17713" y="17142"/>
                    <a:pt x="17546" y="15808"/>
                    <a:pt x="16779" y="14974"/>
                  </a:cubicBezTo>
                  <a:cubicBezTo>
                    <a:pt x="15978" y="14173"/>
                    <a:pt x="14778" y="13906"/>
                    <a:pt x="14110" y="13006"/>
                  </a:cubicBezTo>
                  <a:cubicBezTo>
                    <a:pt x="12976" y="11605"/>
                    <a:pt x="13944" y="9603"/>
                    <a:pt x="14444" y="7835"/>
                  </a:cubicBezTo>
                  <a:cubicBezTo>
                    <a:pt x="15278" y="5000"/>
                    <a:pt x="14444" y="1297"/>
                    <a:pt x="11642" y="263"/>
                  </a:cubicBezTo>
                  <a:cubicBezTo>
                    <a:pt x="11171" y="84"/>
                    <a:pt x="10685" y="1"/>
                    <a:pt x="1019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230;p32">
              <a:extLst>
                <a:ext uri="{FF2B5EF4-FFF2-40B4-BE49-F238E27FC236}">
                  <a16:creationId xmlns:a16="http://schemas.microsoft.com/office/drawing/2014/main" id="{48AAF732-0B3C-F7E8-3659-89A1DBE9B216}"/>
                </a:ext>
              </a:extLst>
            </p:cNvPr>
            <p:cNvSpPr/>
            <p:nvPr/>
          </p:nvSpPr>
          <p:spPr>
            <a:xfrm>
              <a:off x="8726400" y="3371400"/>
              <a:ext cx="176400" cy="89640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0 h 896400"/>
                <a:gd name="textAreaBottom" fmla="*/ 896760 h 896400"/>
              </a:gdLst>
              <a:ahLst/>
              <a:cxnLst/>
              <a:rect l="textAreaLeft" t="textAreaTop" r="textAreaRight" b="textAreaBottom"/>
              <a:pathLst>
                <a:path w="6405" h="32457">
                  <a:moveTo>
                    <a:pt x="5404" y="0"/>
                  </a:moveTo>
                  <a:cubicBezTo>
                    <a:pt x="5404" y="33"/>
                    <a:pt x="5337" y="100"/>
                    <a:pt x="5337" y="134"/>
                  </a:cubicBezTo>
                  <a:cubicBezTo>
                    <a:pt x="5804" y="10441"/>
                    <a:pt x="4236" y="20882"/>
                    <a:pt x="734" y="30555"/>
                  </a:cubicBezTo>
                  <a:cubicBezTo>
                    <a:pt x="634" y="31222"/>
                    <a:pt x="434" y="31890"/>
                    <a:pt x="0" y="32457"/>
                  </a:cubicBezTo>
                  <a:cubicBezTo>
                    <a:pt x="300" y="32190"/>
                    <a:pt x="601" y="31890"/>
                    <a:pt x="901" y="31656"/>
                  </a:cubicBezTo>
                  <a:cubicBezTo>
                    <a:pt x="4703" y="21682"/>
                    <a:pt x="6405" y="10808"/>
                    <a:pt x="5938" y="134"/>
                  </a:cubicBezTo>
                  <a:cubicBezTo>
                    <a:pt x="5771" y="33"/>
                    <a:pt x="5571" y="33"/>
                    <a:pt x="5404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231;p32">
              <a:extLst>
                <a:ext uri="{FF2B5EF4-FFF2-40B4-BE49-F238E27FC236}">
                  <a16:creationId xmlns:a16="http://schemas.microsoft.com/office/drawing/2014/main" id="{8746BB8D-4DB7-C889-F55E-4583DE745D1D}"/>
                </a:ext>
              </a:extLst>
            </p:cNvPr>
            <p:cNvSpPr/>
            <p:nvPr/>
          </p:nvSpPr>
          <p:spPr>
            <a:xfrm>
              <a:off x="8728200" y="3446280"/>
              <a:ext cx="261360" cy="282600"/>
            </a:xfrm>
            <a:custGeom>
              <a:avLst/>
              <a:gdLst>
                <a:gd name="textAreaLeft" fmla="*/ 0 w 261360"/>
                <a:gd name="textAreaRight" fmla="*/ 261720 w 261360"/>
                <a:gd name="textAreaTop" fmla="*/ 0 h 282600"/>
                <a:gd name="textAreaBottom" fmla="*/ 282960 h 282600"/>
              </a:gdLst>
              <a:ahLst/>
              <a:cxnLst/>
              <a:rect l="textAreaLeft" t="textAreaTop" r="textAreaRight" b="textAreaBottom"/>
              <a:pathLst>
                <a:path w="9475" h="10241">
                  <a:moveTo>
                    <a:pt x="301" y="0"/>
                  </a:moveTo>
                  <a:cubicBezTo>
                    <a:pt x="168" y="167"/>
                    <a:pt x="68" y="334"/>
                    <a:pt x="1" y="500"/>
                  </a:cubicBezTo>
                  <a:cubicBezTo>
                    <a:pt x="2169" y="2902"/>
                    <a:pt x="3870" y="6171"/>
                    <a:pt x="4904" y="10007"/>
                  </a:cubicBezTo>
                  <a:cubicBezTo>
                    <a:pt x="4904" y="10141"/>
                    <a:pt x="5004" y="10241"/>
                    <a:pt x="5138" y="10241"/>
                  </a:cubicBezTo>
                  <a:cubicBezTo>
                    <a:pt x="5238" y="10241"/>
                    <a:pt x="5371" y="10174"/>
                    <a:pt x="5405" y="10107"/>
                  </a:cubicBezTo>
                  <a:cubicBezTo>
                    <a:pt x="6505" y="8139"/>
                    <a:pt x="7840" y="6171"/>
                    <a:pt x="9341" y="4336"/>
                  </a:cubicBezTo>
                  <a:lnTo>
                    <a:pt x="9474" y="3336"/>
                  </a:lnTo>
                  <a:lnTo>
                    <a:pt x="9474" y="3336"/>
                  </a:lnTo>
                  <a:cubicBezTo>
                    <a:pt x="7873" y="5170"/>
                    <a:pt x="6405" y="7239"/>
                    <a:pt x="5238" y="9240"/>
                  </a:cubicBezTo>
                  <a:cubicBezTo>
                    <a:pt x="4404" y="6405"/>
                    <a:pt x="2903" y="2802"/>
                    <a:pt x="301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232;p32">
              <a:extLst>
                <a:ext uri="{FF2B5EF4-FFF2-40B4-BE49-F238E27FC236}">
                  <a16:creationId xmlns:a16="http://schemas.microsoft.com/office/drawing/2014/main" id="{A22A62B9-C213-8363-CAC7-239BF278B4DA}"/>
                </a:ext>
              </a:extLst>
            </p:cNvPr>
            <p:cNvSpPr/>
            <p:nvPr/>
          </p:nvSpPr>
          <p:spPr>
            <a:xfrm>
              <a:off x="8704080" y="3616560"/>
              <a:ext cx="268560" cy="319320"/>
            </a:xfrm>
            <a:custGeom>
              <a:avLst/>
              <a:gdLst>
                <a:gd name="textAreaLeft" fmla="*/ 0 w 268560"/>
                <a:gd name="textAreaRight" fmla="*/ 268920 w 268560"/>
                <a:gd name="textAreaTop" fmla="*/ 0 h 319320"/>
                <a:gd name="textAreaBottom" fmla="*/ 319680 h 319320"/>
              </a:gdLst>
              <a:ahLst/>
              <a:cxnLst/>
              <a:rect l="textAreaLeft" t="textAreaTop" r="textAreaRight" b="textAreaBottom"/>
              <a:pathLst>
                <a:path w="9741" h="11576">
                  <a:moveTo>
                    <a:pt x="1" y="0"/>
                  </a:moveTo>
                  <a:cubicBezTo>
                    <a:pt x="34" y="300"/>
                    <a:pt x="67" y="601"/>
                    <a:pt x="101" y="934"/>
                  </a:cubicBezTo>
                  <a:cubicBezTo>
                    <a:pt x="2769" y="3669"/>
                    <a:pt x="4404" y="7439"/>
                    <a:pt x="4504" y="11308"/>
                  </a:cubicBezTo>
                  <a:cubicBezTo>
                    <a:pt x="4504" y="11442"/>
                    <a:pt x="4570" y="11575"/>
                    <a:pt x="4704" y="11575"/>
                  </a:cubicBezTo>
                  <a:lnTo>
                    <a:pt x="4737" y="11575"/>
                  </a:lnTo>
                  <a:cubicBezTo>
                    <a:pt x="4871" y="11575"/>
                    <a:pt x="4937" y="11508"/>
                    <a:pt x="5004" y="11408"/>
                  </a:cubicBezTo>
                  <a:cubicBezTo>
                    <a:pt x="6238" y="8840"/>
                    <a:pt x="7839" y="6438"/>
                    <a:pt x="9741" y="4270"/>
                  </a:cubicBezTo>
                  <a:cubicBezTo>
                    <a:pt x="9707" y="4236"/>
                    <a:pt x="9674" y="4170"/>
                    <a:pt x="9674" y="4136"/>
                  </a:cubicBezTo>
                  <a:cubicBezTo>
                    <a:pt x="9574" y="4003"/>
                    <a:pt x="9507" y="3903"/>
                    <a:pt x="9441" y="3769"/>
                  </a:cubicBezTo>
                  <a:cubicBezTo>
                    <a:pt x="7706" y="5738"/>
                    <a:pt x="6205" y="7906"/>
                    <a:pt x="5004" y="10174"/>
                  </a:cubicBezTo>
                  <a:cubicBezTo>
                    <a:pt x="4671" y="6305"/>
                    <a:pt x="2836" y="2635"/>
                    <a:pt x="1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233;p32">
              <a:extLst>
                <a:ext uri="{FF2B5EF4-FFF2-40B4-BE49-F238E27FC236}">
                  <a16:creationId xmlns:a16="http://schemas.microsoft.com/office/drawing/2014/main" id="{ECDD8789-54CA-3B6A-EF0C-914C03876CF9}"/>
                </a:ext>
              </a:extLst>
            </p:cNvPr>
            <p:cNvSpPr/>
            <p:nvPr/>
          </p:nvSpPr>
          <p:spPr>
            <a:xfrm>
              <a:off x="8633160" y="3767760"/>
              <a:ext cx="419040" cy="3211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321120"/>
                <a:gd name="textAreaBottom" fmla="*/ 321480 h 321120"/>
              </a:gdLst>
              <a:ahLst/>
              <a:cxnLst/>
              <a:rect l="textAreaLeft" t="textAreaTop" r="textAreaRight" b="textAreaBottom"/>
              <a:pathLst>
                <a:path w="15178" h="11643">
                  <a:moveTo>
                    <a:pt x="500" y="1"/>
                  </a:moveTo>
                  <a:cubicBezTo>
                    <a:pt x="334" y="101"/>
                    <a:pt x="167" y="201"/>
                    <a:pt x="0" y="334"/>
                  </a:cubicBezTo>
                  <a:cubicBezTo>
                    <a:pt x="3469" y="2936"/>
                    <a:pt x="5704" y="7106"/>
                    <a:pt x="5904" y="11376"/>
                  </a:cubicBezTo>
                  <a:cubicBezTo>
                    <a:pt x="5904" y="11509"/>
                    <a:pt x="5971" y="11642"/>
                    <a:pt x="6104" y="11642"/>
                  </a:cubicBezTo>
                  <a:lnTo>
                    <a:pt x="6171" y="11642"/>
                  </a:lnTo>
                  <a:cubicBezTo>
                    <a:pt x="6271" y="11642"/>
                    <a:pt x="6405" y="11609"/>
                    <a:pt x="6438" y="11476"/>
                  </a:cubicBezTo>
                  <a:cubicBezTo>
                    <a:pt x="8606" y="7473"/>
                    <a:pt x="11608" y="3937"/>
                    <a:pt x="15178" y="1101"/>
                  </a:cubicBezTo>
                  <a:cubicBezTo>
                    <a:pt x="15111" y="935"/>
                    <a:pt x="14977" y="801"/>
                    <a:pt x="14844" y="668"/>
                  </a:cubicBezTo>
                  <a:cubicBezTo>
                    <a:pt x="11442" y="3336"/>
                    <a:pt x="8573" y="6672"/>
                    <a:pt x="6405" y="10442"/>
                  </a:cubicBezTo>
                  <a:cubicBezTo>
                    <a:pt x="5971" y="6372"/>
                    <a:pt x="3769" y="2502"/>
                    <a:pt x="500" y="1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234;p32">
              <a:extLst>
                <a:ext uri="{FF2B5EF4-FFF2-40B4-BE49-F238E27FC236}">
                  <a16:creationId xmlns:a16="http://schemas.microsoft.com/office/drawing/2014/main" id="{C7E3A1DC-ABCC-789A-F98C-3CBA40882207}"/>
                </a:ext>
              </a:extLst>
            </p:cNvPr>
            <p:cNvSpPr/>
            <p:nvPr/>
          </p:nvSpPr>
          <p:spPr>
            <a:xfrm>
              <a:off x="8755920" y="3820680"/>
              <a:ext cx="547200" cy="473040"/>
            </a:xfrm>
            <a:custGeom>
              <a:avLst/>
              <a:gdLst>
                <a:gd name="textAreaLeft" fmla="*/ 0 w 547200"/>
                <a:gd name="textAreaRight" fmla="*/ 547560 w 547200"/>
                <a:gd name="textAreaTop" fmla="*/ 0 h 473040"/>
                <a:gd name="textAreaBottom" fmla="*/ 473400 h 473040"/>
              </a:gdLst>
              <a:ahLst/>
              <a:cxnLst/>
              <a:rect l="textAreaLeft" t="textAreaTop" r="textAreaRight" b="textAreaBottom"/>
              <a:pathLst>
                <a:path w="19815" h="17137">
                  <a:moveTo>
                    <a:pt x="18053" y="1"/>
                  </a:moveTo>
                  <a:cubicBezTo>
                    <a:pt x="13772" y="1"/>
                    <a:pt x="9460" y="1575"/>
                    <a:pt x="6205" y="4361"/>
                  </a:cubicBezTo>
                  <a:cubicBezTo>
                    <a:pt x="2536" y="7530"/>
                    <a:pt x="201" y="12267"/>
                    <a:pt x="1" y="17137"/>
                  </a:cubicBezTo>
                  <a:cubicBezTo>
                    <a:pt x="4837" y="15469"/>
                    <a:pt x="9240" y="14068"/>
                    <a:pt x="12976" y="11399"/>
                  </a:cubicBezTo>
                  <a:cubicBezTo>
                    <a:pt x="16646" y="8731"/>
                    <a:pt x="19514" y="4628"/>
                    <a:pt x="19815" y="91"/>
                  </a:cubicBezTo>
                  <a:cubicBezTo>
                    <a:pt x="19230" y="31"/>
                    <a:pt x="18642" y="1"/>
                    <a:pt x="1805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235;p32">
              <a:extLst>
                <a:ext uri="{FF2B5EF4-FFF2-40B4-BE49-F238E27FC236}">
                  <a16:creationId xmlns:a16="http://schemas.microsoft.com/office/drawing/2014/main" id="{1F80DB12-028E-9E96-BCF9-EE2E2B35CCF5}"/>
                </a:ext>
              </a:extLst>
            </p:cNvPr>
            <p:cNvSpPr/>
            <p:nvPr/>
          </p:nvSpPr>
          <p:spPr>
            <a:xfrm>
              <a:off x="9046080" y="3839760"/>
              <a:ext cx="205920" cy="18504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7473" h="6707">
                  <a:moveTo>
                    <a:pt x="2669" y="1"/>
                  </a:moveTo>
                  <a:lnTo>
                    <a:pt x="2669" y="1"/>
                  </a:lnTo>
                  <a:cubicBezTo>
                    <a:pt x="2468" y="34"/>
                    <a:pt x="2302" y="101"/>
                    <a:pt x="2068" y="167"/>
                  </a:cubicBezTo>
                  <a:cubicBezTo>
                    <a:pt x="2035" y="2269"/>
                    <a:pt x="1067" y="4604"/>
                    <a:pt x="67" y="6272"/>
                  </a:cubicBezTo>
                  <a:cubicBezTo>
                    <a:pt x="0" y="6405"/>
                    <a:pt x="33" y="6539"/>
                    <a:pt x="133" y="6605"/>
                  </a:cubicBezTo>
                  <a:cubicBezTo>
                    <a:pt x="177" y="6670"/>
                    <a:pt x="247" y="6707"/>
                    <a:pt x="328" y="6707"/>
                  </a:cubicBezTo>
                  <a:cubicBezTo>
                    <a:pt x="373" y="6707"/>
                    <a:pt x="420" y="6696"/>
                    <a:pt x="467" y="6672"/>
                  </a:cubicBezTo>
                  <a:cubicBezTo>
                    <a:pt x="1749" y="5970"/>
                    <a:pt x="3488" y="5549"/>
                    <a:pt x="5225" y="5549"/>
                  </a:cubicBezTo>
                  <a:cubicBezTo>
                    <a:pt x="5883" y="5549"/>
                    <a:pt x="6540" y="5610"/>
                    <a:pt x="7172" y="5738"/>
                  </a:cubicBezTo>
                  <a:cubicBezTo>
                    <a:pt x="7305" y="5571"/>
                    <a:pt x="7372" y="5404"/>
                    <a:pt x="7472" y="5238"/>
                  </a:cubicBezTo>
                  <a:cubicBezTo>
                    <a:pt x="6720" y="5064"/>
                    <a:pt x="5935" y="4983"/>
                    <a:pt x="5153" y="4983"/>
                  </a:cubicBezTo>
                  <a:cubicBezTo>
                    <a:pt x="3682" y="4983"/>
                    <a:pt x="2221" y="5270"/>
                    <a:pt x="1001" y="5771"/>
                  </a:cubicBezTo>
                  <a:cubicBezTo>
                    <a:pt x="1668" y="4504"/>
                    <a:pt x="2635" y="2269"/>
                    <a:pt x="266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236;p32">
              <a:extLst>
                <a:ext uri="{FF2B5EF4-FFF2-40B4-BE49-F238E27FC236}">
                  <a16:creationId xmlns:a16="http://schemas.microsoft.com/office/drawing/2014/main" id="{7E488AF0-88EC-5229-5B01-22BDFEE8A5CD}"/>
                </a:ext>
              </a:extLst>
            </p:cNvPr>
            <p:cNvSpPr/>
            <p:nvPr/>
          </p:nvSpPr>
          <p:spPr>
            <a:xfrm>
              <a:off x="8756640" y="3832200"/>
              <a:ext cx="544320" cy="461160"/>
            </a:xfrm>
            <a:custGeom>
              <a:avLst/>
              <a:gdLst>
                <a:gd name="textAreaLeft" fmla="*/ 0 w 544320"/>
                <a:gd name="textAreaRight" fmla="*/ 544680 w 544320"/>
                <a:gd name="textAreaTop" fmla="*/ 0 h 461160"/>
                <a:gd name="textAreaBottom" fmla="*/ 461520 h 461160"/>
              </a:gdLst>
              <a:ahLst/>
              <a:cxnLst/>
              <a:rect l="textAreaLeft" t="textAreaTop" r="textAreaRight" b="textAreaBottom"/>
              <a:pathLst>
                <a:path w="19715" h="16713">
                  <a:moveTo>
                    <a:pt x="19715" y="1"/>
                  </a:moveTo>
                  <a:cubicBezTo>
                    <a:pt x="12376" y="4504"/>
                    <a:pt x="5672" y="10208"/>
                    <a:pt x="1" y="16713"/>
                  </a:cubicBezTo>
                  <a:cubicBezTo>
                    <a:pt x="368" y="16613"/>
                    <a:pt x="701" y="16479"/>
                    <a:pt x="1102" y="16346"/>
                  </a:cubicBezTo>
                  <a:cubicBezTo>
                    <a:pt x="6472" y="10308"/>
                    <a:pt x="12777" y="5004"/>
                    <a:pt x="19648" y="701"/>
                  </a:cubicBezTo>
                  <a:cubicBezTo>
                    <a:pt x="19682" y="468"/>
                    <a:pt x="19715" y="201"/>
                    <a:pt x="197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237;p32">
              <a:extLst>
                <a:ext uri="{FF2B5EF4-FFF2-40B4-BE49-F238E27FC236}">
                  <a16:creationId xmlns:a16="http://schemas.microsoft.com/office/drawing/2014/main" id="{CBA254C0-FE40-B554-4174-2568D5D1C910}"/>
                </a:ext>
              </a:extLst>
            </p:cNvPr>
            <p:cNvSpPr/>
            <p:nvPr/>
          </p:nvSpPr>
          <p:spPr>
            <a:xfrm>
              <a:off x="8881200" y="3899520"/>
              <a:ext cx="216360" cy="27360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273600"/>
                <a:gd name="textAreaBottom" fmla="*/ 273960 h 273600"/>
              </a:gdLst>
              <a:ahLst/>
              <a:cxnLst/>
              <a:rect l="textAreaLeft" t="textAreaTop" r="textAreaRight" b="textAreaBottom"/>
              <a:pathLst>
                <a:path w="7840" h="9920">
                  <a:moveTo>
                    <a:pt x="3769" y="1"/>
                  </a:moveTo>
                  <a:lnTo>
                    <a:pt x="3769" y="1"/>
                  </a:lnTo>
                  <a:cubicBezTo>
                    <a:pt x="3603" y="101"/>
                    <a:pt x="3369" y="234"/>
                    <a:pt x="3202" y="368"/>
                  </a:cubicBezTo>
                  <a:cubicBezTo>
                    <a:pt x="3369" y="3670"/>
                    <a:pt x="2202" y="7206"/>
                    <a:pt x="100" y="9441"/>
                  </a:cubicBezTo>
                  <a:cubicBezTo>
                    <a:pt x="0" y="9541"/>
                    <a:pt x="0" y="9708"/>
                    <a:pt x="33" y="9774"/>
                  </a:cubicBezTo>
                  <a:cubicBezTo>
                    <a:pt x="110" y="9876"/>
                    <a:pt x="206" y="9920"/>
                    <a:pt x="291" y="9920"/>
                  </a:cubicBezTo>
                  <a:cubicBezTo>
                    <a:pt x="318" y="9920"/>
                    <a:pt x="343" y="9916"/>
                    <a:pt x="367" y="9908"/>
                  </a:cubicBezTo>
                  <a:cubicBezTo>
                    <a:pt x="1859" y="9432"/>
                    <a:pt x="3379" y="9181"/>
                    <a:pt x="4845" y="9181"/>
                  </a:cubicBezTo>
                  <a:cubicBezTo>
                    <a:pt x="5641" y="9181"/>
                    <a:pt x="6421" y="9255"/>
                    <a:pt x="7172" y="9408"/>
                  </a:cubicBezTo>
                  <a:cubicBezTo>
                    <a:pt x="7372" y="9274"/>
                    <a:pt x="7639" y="9107"/>
                    <a:pt x="7839" y="8974"/>
                  </a:cubicBezTo>
                  <a:cubicBezTo>
                    <a:pt x="6862" y="8706"/>
                    <a:pt x="5826" y="8572"/>
                    <a:pt x="4762" y="8572"/>
                  </a:cubicBezTo>
                  <a:cubicBezTo>
                    <a:pt x="3573" y="8572"/>
                    <a:pt x="2349" y="8739"/>
                    <a:pt x="1134" y="9074"/>
                  </a:cubicBezTo>
                  <a:cubicBezTo>
                    <a:pt x="3102" y="6606"/>
                    <a:pt x="4036" y="3203"/>
                    <a:pt x="376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238;p32">
              <a:extLst>
                <a:ext uri="{FF2B5EF4-FFF2-40B4-BE49-F238E27FC236}">
                  <a16:creationId xmlns:a16="http://schemas.microsoft.com/office/drawing/2014/main" id="{03940DED-2805-AD10-4856-3742AB619318}"/>
                </a:ext>
              </a:extLst>
            </p:cNvPr>
            <p:cNvSpPr/>
            <p:nvPr/>
          </p:nvSpPr>
          <p:spPr>
            <a:xfrm>
              <a:off x="8524440" y="4239360"/>
              <a:ext cx="386640" cy="134280"/>
            </a:xfrm>
            <a:custGeom>
              <a:avLst/>
              <a:gdLst>
                <a:gd name="textAreaLeft" fmla="*/ 0 w 386640"/>
                <a:gd name="textAreaRight" fmla="*/ 387000 w 38664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14011" h="4877">
                  <a:moveTo>
                    <a:pt x="7150" y="0"/>
                  </a:moveTo>
                  <a:cubicBezTo>
                    <a:pt x="4344" y="0"/>
                    <a:pt x="1440" y="1108"/>
                    <a:pt x="1" y="3743"/>
                  </a:cubicBezTo>
                  <a:cubicBezTo>
                    <a:pt x="1702" y="4410"/>
                    <a:pt x="4204" y="4877"/>
                    <a:pt x="7039" y="4877"/>
                  </a:cubicBezTo>
                  <a:cubicBezTo>
                    <a:pt x="9775" y="4877"/>
                    <a:pt x="12276" y="4443"/>
                    <a:pt x="14011" y="3776"/>
                  </a:cubicBezTo>
                  <a:cubicBezTo>
                    <a:pt x="13777" y="2775"/>
                    <a:pt x="12943" y="1875"/>
                    <a:pt x="12043" y="1274"/>
                  </a:cubicBezTo>
                  <a:cubicBezTo>
                    <a:pt x="10734" y="463"/>
                    <a:pt x="8962" y="0"/>
                    <a:pt x="715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320" bIns="67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239;p32">
              <a:extLst>
                <a:ext uri="{FF2B5EF4-FFF2-40B4-BE49-F238E27FC236}">
                  <a16:creationId xmlns:a16="http://schemas.microsoft.com/office/drawing/2014/main" id="{770CC680-FC1B-BDF0-5F8B-29DDEE293FC4}"/>
                </a:ext>
              </a:extLst>
            </p:cNvPr>
            <p:cNvSpPr/>
            <p:nvPr/>
          </p:nvSpPr>
          <p:spPr>
            <a:xfrm>
              <a:off x="8445240" y="3492000"/>
              <a:ext cx="299160" cy="803520"/>
            </a:xfrm>
            <a:custGeom>
              <a:avLst/>
              <a:gdLst>
                <a:gd name="textAreaLeft" fmla="*/ 0 w 299160"/>
                <a:gd name="textAreaRight" fmla="*/ 299520 w 299160"/>
                <a:gd name="textAreaTop" fmla="*/ 0 h 803520"/>
                <a:gd name="textAreaBottom" fmla="*/ 803880 h 803520"/>
              </a:gdLst>
              <a:ahLst/>
              <a:cxnLst/>
              <a:rect l="textAreaLeft" t="textAreaTop" r="textAreaRight" b="textAreaBottom"/>
              <a:pathLst>
                <a:path w="10842" h="29095">
                  <a:moveTo>
                    <a:pt x="287" y="0"/>
                  </a:moveTo>
                  <a:cubicBezTo>
                    <a:pt x="269" y="0"/>
                    <a:pt x="252" y="2"/>
                    <a:pt x="234" y="7"/>
                  </a:cubicBezTo>
                  <a:cubicBezTo>
                    <a:pt x="100" y="107"/>
                    <a:pt x="0" y="240"/>
                    <a:pt x="67" y="407"/>
                  </a:cubicBezTo>
                  <a:lnTo>
                    <a:pt x="10274" y="28928"/>
                  </a:lnTo>
                  <a:cubicBezTo>
                    <a:pt x="10308" y="28994"/>
                    <a:pt x="10408" y="29094"/>
                    <a:pt x="10541" y="29094"/>
                  </a:cubicBezTo>
                  <a:lnTo>
                    <a:pt x="10641" y="29094"/>
                  </a:lnTo>
                  <a:cubicBezTo>
                    <a:pt x="10775" y="28994"/>
                    <a:pt x="10841" y="28861"/>
                    <a:pt x="10808" y="28694"/>
                  </a:cubicBezTo>
                  <a:lnTo>
                    <a:pt x="601" y="174"/>
                  </a:lnTo>
                  <a:cubicBezTo>
                    <a:pt x="514" y="87"/>
                    <a:pt x="402" y="0"/>
                    <a:pt x="287" y="0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240;p32">
              <a:extLst>
                <a:ext uri="{FF2B5EF4-FFF2-40B4-BE49-F238E27FC236}">
                  <a16:creationId xmlns:a16="http://schemas.microsoft.com/office/drawing/2014/main" id="{5A015AD8-66BC-5989-98C5-A2F2E155C235}"/>
                </a:ext>
              </a:extLst>
            </p:cNvPr>
            <p:cNvSpPr/>
            <p:nvPr/>
          </p:nvSpPr>
          <p:spPr>
            <a:xfrm>
              <a:off x="8389080" y="3447000"/>
              <a:ext cx="174600" cy="33516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6339" h="12148">
                  <a:moveTo>
                    <a:pt x="1813" y="0"/>
                  </a:moveTo>
                  <a:cubicBezTo>
                    <a:pt x="1651" y="0"/>
                    <a:pt x="1490" y="23"/>
                    <a:pt x="1335" y="72"/>
                  </a:cubicBezTo>
                  <a:cubicBezTo>
                    <a:pt x="668" y="272"/>
                    <a:pt x="267" y="939"/>
                    <a:pt x="134" y="1640"/>
                  </a:cubicBezTo>
                  <a:cubicBezTo>
                    <a:pt x="0" y="2374"/>
                    <a:pt x="167" y="3074"/>
                    <a:pt x="367" y="3741"/>
                  </a:cubicBezTo>
                  <a:cubicBezTo>
                    <a:pt x="1435" y="7077"/>
                    <a:pt x="3503" y="10046"/>
                    <a:pt x="6272" y="12147"/>
                  </a:cubicBezTo>
                  <a:cubicBezTo>
                    <a:pt x="6338" y="8945"/>
                    <a:pt x="5771" y="5409"/>
                    <a:pt x="4303" y="2240"/>
                  </a:cubicBezTo>
                  <a:cubicBezTo>
                    <a:pt x="4037" y="1607"/>
                    <a:pt x="3703" y="1039"/>
                    <a:pt x="3203" y="572"/>
                  </a:cubicBezTo>
                  <a:cubicBezTo>
                    <a:pt x="2825" y="220"/>
                    <a:pt x="2313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241;p32">
              <a:extLst>
                <a:ext uri="{FF2B5EF4-FFF2-40B4-BE49-F238E27FC236}">
                  <a16:creationId xmlns:a16="http://schemas.microsoft.com/office/drawing/2014/main" id="{B0D4CC31-DC81-FD04-8784-68DF33F81EB3}"/>
                </a:ext>
              </a:extLst>
            </p:cNvPr>
            <p:cNvSpPr/>
            <p:nvPr/>
          </p:nvSpPr>
          <p:spPr>
            <a:xfrm>
              <a:off x="8356680" y="3780720"/>
              <a:ext cx="241200" cy="160200"/>
            </a:xfrm>
            <a:custGeom>
              <a:avLst/>
              <a:gdLst>
                <a:gd name="textAreaLeft" fmla="*/ 0 w 241200"/>
                <a:gd name="textAreaRight" fmla="*/ 241560 w 24120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8741" h="5807">
                  <a:moveTo>
                    <a:pt x="1713" y="0"/>
                  </a:moveTo>
                  <a:cubicBezTo>
                    <a:pt x="1676" y="0"/>
                    <a:pt x="1639" y="1"/>
                    <a:pt x="1602" y="3"/>
                  </a:cubicBezTo>
                  <a:cubicBezTo>
                    <a:pt x="801" y="69"/>
                    <a:pt x="1" y="703"/>
                    <a:pt x="1" y="1504"/>
                  </a:cubicBezTo>
                  <a:cubicBezTo>
                    <a:pt x="1" y="2371"/>
                    <a:pt x="835" y="2971"/>
                    <a:pt x="1602" y="3372"/>
                  </a:cubicBezTo>
                  <a:cubicBezTo>
                    <a:pt x="3970" y="4673"/>
                    <a:pt x="6472" y="5540"/>
                    <a:pt x="8740" y="5807"/>
                  </a:cubicBezTo>
                  <a:cubicBezTo>
                    <a:pt x="7640" y="3672"/>
                    <a:pt x="5938" y="1871"/>
                    <a:pt x="3837" y="670"/>
                  </a:cubicBezTo>
                  <a:cubicBezTo>
                    <a:pt x="3169" y="320"/>
                    <a:pt x="2471" y="0"/>
                    <a:pt x="17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242;p32">
              <a:extLst>
                <a:ext uri="{FF2B5EF4-FFF2-40B4-BE49-F238E27FC236}">
                  <a16:creationId xmlns:a16="http://schemas.microsoft.com/office/drawing/2014/main" id="{2C1B36A8-D697-CD1B-7055-64861DD6F775}"/>
                </a:ext>
              </a:extLst>
            </p:cNvPr>
            <p:cNvSpPr/>
            <p:nvPr/>
          </p:nvSpPr>
          <p:spPr>
            <a:xfrm>
              <a:off x="8598240" y="3613680"/>
              <a:ext cx="101160" cy="34092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340920"/>
                <a:gd name="textAreaBottom" fmla="*/ 341280 h 340920"/>
              </a:gdLst>
              <a:ahLst/>
              <a:cxnLst/>
              <a:rect l="textAreaLeft" t="textAreaTop" r="textAreaRight" b="textAreaBottom"/>
              <a:pathLst>
                <a:path w="3670" h="12350">
                  <a:moveTo>
                    <a:pt x="2287" y="0"/>
                  </a:moveTo>
                  <a:cubicBezTo>
                    <a:pt x="1490" y="0"/>
                    <a:pt x="1026" y="982"/>
                    <a:pt x="834" y="1842"/>
                  </a:cubicBezTo>
                  <a:cubicBezTo>
                    <a:pt x="34" y="5244"/>
                    <a:pt x="0" y="8880"/>
                    <a:pt x="668" y="12349"/>
                  </a:cubicBezTo>
                  <a:cubicBezTo>
                    <a:pt x="2536" y="8880"/>
                    <a:pt x="3670" y="5444"/>
                    <a:pt x="3603" y="2075"/>
                  </a:cubicBezTo>
                  <a:cubicBezTo>
                    <a:pt x="3570" y="1208"/>
                    <a:pt x="3269" y="74"/>
                    <a:pt x="2402" y="7"/>
                  </a:cubicBezTo>
                  <a:cubicBezTo>
                    <a:pt x="2363" y="3"/>
                    <a:pt x="2324" y="0"/>
                    <a:pt x="228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243;p32">
              <a:extLst>
                <a:ext uri="{FF2B5EF4-FFF2-40B4-BE49-F238E27FC236}">
                  <a16:creationId xmlns:a16="http://schemas.microsoft.com/office/drawing/2014/main" id="{F432B2F5-877D-69CE-B1CC-79C85DC562FC}"/>
                </a:ext>
              </a:extLst>
            </p:cNvPr>
            <p:cNvSpPr/>
            <p:nvPr/>
          </p:nvSpPr>
          <p:spPr>
            <a:xfrm>
              <a:off x="8386200" y="3985920"/>
              <a:ext cx="299160" cy="185040"/>
            </a:xfrm>
            <a:custGeom>
              <a:avLst/>
              <a:gdLst>
                <a:gd name="textAreaLeft" fmla="*/ 0 w 299160"/>
                <a:gd name="textAreaRight" fmla="*/ 299520 w 2991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10842" h="6714">
                  <a:moveTo>
                    <a:pt x="1730" y="0"/>
                  </a:moveTo>
                  <a:cubicBezTo>
                    <a:pt x="1594" y="0"/>
                    <a:pt x="1462" y="12"/>
                    <a:pt x="1335" y="42"/>
                  </a:cubicBezTo>
                  <a:cubicBezTo>
                    <a:pt x="868" y="108"/>
                    <a:pt x="401" y="409"/>
                    <a:pt x="234" y="876"/>
                  </a:cubicBezTo>
                  <a:cubicBezTo>
                    <a:pt x="0" y="1710"/>
                    <a:pt x="834" y="2443"/>
                    <a:pt x="1568" y="2877"/>
                  </a:cubicBezTo>
                  <a:cubicBezTo>
                    <a:pt x="4504" y="4478"/>
                    <a:pt x="7706" y="5579"/>
                    <a:pt x="10841" y="6713"/>
                  </a:cubicBezTo>
                  <a:cubicBezTo>
                    <a:pt x="9207" y="3544"/>
                    <a:pt x="6205" y="1109"/>
                    <a:pt x="2736" y="142"/>
                  </a:cubicBezTo>
                  <a:cubicBezTo>
                    <a:pt x="2405" y="71"/>
                    <a:pt x="2059" y="0"/>
                    <a:pt x="173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244;p32">
              <a:extLst>
                <a:ext uri="{FF2B5EF4-FFF2-40B4-BE49-F238E27FC236}">
                  <a16:creationId xmlns:a16="http://schemas.microsoft.com/office/drawing/2014/main" id="{BE7C7A4D-1FCA-908E-3880-FCC1DE660837}"/>
                </a:ext>
              </a:extLst>
            </p:cNvPr>
            <p:cNvSpPr/>
            <p:nvPr/>
          </p:nvSpPr>
          <p:spPr>
            <a:xfrm>
              <a:off x="8682120" y="3870000"/>
              <a:ext cx="111240" cy="29268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292680"/>
                <a:gd name="textAreaBottom" fmla="*/ 293040 h 292680"/>
              </a:gdLst>
              <a:ahLst/>
              <a:cxnLst/>
              <a:rect l="textAreaLeft" t="textAreaTop" r="textAreaRight" b="textAreaBottom"/>
              <a:pathLst>
                <a:path w="4038" h="10612">
                  <a:moveTo>
                    <a:pt x="2884" y="1"/>
                  </a:moveTo>
                  <a:cubicBezTo>
                    <a:pt x="2163" y="1"/>
                    <a:pt x="1659" y="799"/>
                    <a:pt x="1402" y="1505"/>
                  </a:cubicBezTo>
                  <a:cubicBezTo>
                    <a:pt x="368" y="4408"/>
                    <a:pt x="1" y="7576"/>
                    <a:pt x="368" y="10612"/>
                  </a:cubicBezTo>
                  <a:cubicBezTo>
                    <a:pt x="2703" y="8310"/>
                    <a:pt x="3904" y="5175"/>
                    <a:pt x="4004" y="2006"/>
                  </a:cubicBezTo>
                  <a:cubicBezTo>
                    <a:pt x="4037" y="1172"/>
                    <a:pt x="3804" y="138"/>
                    <a:pt x="2970" y="4"/>
                  </a:cubicBezTo>
                  <a:cubicBezTo>
                    <a:pt x="2941" y="2"/>
                    <a:pt x="2912" y="1"/>
                    <a:pt x="288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245;p32">
              <a:extLst>
                <a:ext uri="{FF2B5EF4-FFF2-40B4-BE49-F238E27FC236}">
                  <a16:creationId xmlns:a16="http://schemas.microsoft.com/office/drawing/2014/main" id="{9695D403-23CA-037D-99D4-1C23CC6E2CBE}"/>
                </a:ext>
              </a:extLst>
            </p:cNvPr>
            <p:cNvSpPr/>
            <p:nvPr/>
          </p:nvSpPr>
          <p:spPr>
            <a:xfrm>
              <a:off x="8521920" y="4647960"/>
              <a:ext cx="380160" cy="10836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13778" h="3937">
                  <a:moveTo>
                    <a:pt x="6872" y="1"/>
                  </a:moveTo>
                  <a:cubicBezTo>
                    <a:pt x="3070" y="1"/>
                    <a:pt x="1" y="868"/>
                    <a:pt x="1" y="1969"/>
                  </a:cubicBezTo>
                  <a:cubicBezTo>
                    <a:pt x="1" y="3036"/>
                    <a:pt x="3070" y="3937"/>
                    <a:pt x="6872" y="3937"/>
                  </a:cubicBezTo>
                  <a:cubicBezTo>
                    <a:pt x="10675" y="3937"/>
                    <a:pt x="13777" y="3036"/>
                    <a:pt x="13777" y="1969"/>
                  </a:cubicBezTo>
                  <a:cubicBezTo>
                    <a:pt x="13777" y="868"/>
                    <a:pt x="10675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360" bIns="54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246;p32">
              <a:extLst>
                <a:ext uri="{FF2B5EF4-FFF2-40B4-BE49-F238E27FC236}">
                  <a16:creationId xmlns:a16="http://schemas.microsoft.com/office/drawing/2014/main" id="{CC2DA1A0-BBA4-4CF9-2177-57F8F158C335}"/>
                </a:ext>
              </a:extLst>
            </p:cNvPr>
            <p:cNvSpPr/>
            <p:nvPr/>
          </p:nvSpPr>
          <p:spPr>
            <a:xfrm>
              <a:off x="8469360" y="4301280"/>
              <a:ext cx="498960" cy="383040"/>
            </a:xfrm>
            <a:custGeom>
              <a:avLst/>
              <a:gdLst>
                <a:gd name="textAreaLeft" fmla="*/ 0 w 498960"/>
                <a:gd name="textAreaRight" fmla="*/ 499320 w 4989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18081" h="13878">
                  <a:moveTo>
                    <a:pt x="0" y="1"/>
                  </a:moveTo>
                  <a:lnTo>
                    <a:pt x="2869" y="10508"/>
                  </a:lnTo>
                  <a:cubicBezTo>
                    <a:pt x="3403" y="12509"/>
                    <a:pt x="5238" y="13877"/>
                    <a:pt x="7339" y="13877"/>
                  </a:cubicBezTo>
                  <a:lnTo>
                    <a:pt x="10741" y="13877"/>
                  </a:lnTo>
                  <a:cubicBezTo>
                    <a:pt x="12843" y="13877"/>
                    <a:pt x="14678" y="12509"/>
                    <a:pt x="15211" y="10508"/>
                  </a:cubicBezTo>
                  <a:lnTo>
                    <a:pt x="18080" y="1"/>
                  </a:lnTo>
                  <a:lnTo>
                    <a:pt x="18080" y="1"/>
                  </a:lnTo>
                  <a:cubicBezTo>
                    <a:pt x="17279" y="1502"/>
                    <a:pt x="13543" y="2636"/>
                    <a:pt x="9040" y="2636"/>
                  </a:cubicBezTo>
                  <a:cubicBezTo>
                    <a:pt x="4537" y="2636"/>
                    <a:pt x="768" y="150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247;p32">
              <a:extLst>
                <a:ext uri="{FF2B5EF4-FFF2-40B4-BE49-F238E27FC236}">
                  <a16:creationId xmlns:a16="http://schemas.microsoft.com/office/drawing/2014/main" id="{2CB57AA8-ACBC-0B79-B674-EA8F838DB8DA}"/>
                </a:ext>
              </a:extLst>
            </p:cNvPr>
            <p:cNvSpPr/>
            <p:nvPr/>
          </p:nvSpPr>
          <p:spPr>
            <a:xfrm>
              <a:off x="8469360" y="4299480"/>
              <a:ext cx="313920" cy="38376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83760"/>
                <a:gd name="textAreaBottom" fmla="*/ 384120 h 383760"/>
              </a:gdLst>
              <a:ahLst/>
              <a:cxnLst/>
              <a:rect l="textAreaLeft" t="textAreaTop" r="textAreaRight" b="textAreaBottom"/>
              <a:pathLst>
                <a:path w="11376" h="13911">
                  <a:moveTo>
                    <a:pt x="0" y="1"/>
                  </a:moveTo>
                  <a:lnTo>
                    <a:pt x="2869" y="10542"/>
                  </a:lnTo>
                  <a:cubicBezTo>
                    <a:pt x="3403" y="12543"/>
                    <a:pt x="5238" y="13911"/>
                    <a:pt x="7339" y="13911"/>
                  </a:cubicBezTo>
                  <a:lnTo>
                    <a:pt x="10741" y="13911"/>
                  </a:lnTo>
                  <a:cubicBezTo>
                    <a:pt x="10942" y="13911"/>
                    <a:pt x="11175" y="13911"/>
                    <a:pt x="11375" y="13877"/>
                  </a:cubicBezTo>
                  <a:cubicBezTo>
                    <a:pt x="7773" y="10408"/>
                    <a:pt x="6071" y="5905"/>
                    <a:pt x="5238" y="2369"/>
                  </a:cubicBezTo>
                  <a:cubicBezTo>
                    <a:pt x="2569" y="1936"/>
                    <a:pt x="568" y="106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248;p32">
              <a:extLst>
                <a:ext uri="{FF2B5EF4-FFF2-40B4-BE49-F238E27FC236}">
                  <a16:creationId xmlns:a16="http://schemas.microsoft.com/office/drawing/2014/main" id="{2B0793FC-E56D-59BD-37BA-3276F2568AB6}"/>
                </a:ext>
              </a:extLst>
            </p:cNvPr>
            <p:cNvSpPr/>
            <p:nvPr/>
          </p:nvSpPr>
          <p:spPr>
            <a:xfrm>
              <a:off x="6922800" y="4195440"/>
              <a:ext cx="785520" cy="126000"/>
            </a:xfrm>
            <a:custGeom>
              <a:avLst/>
              <a:gdLst>
                <a:gd name="textAreaLeft" fmla="*/ 0 w 785520"/>
                <a:gd name="textAreaRight" fmla="*/ 785880 w 785520"/>
                <a:gd name="textAreaTop" fmla="*/ 0 h 126000"/>
                <a:gd name="textAreaBottom" fmla="*/ 126360 h 126000"/>
              </a:gdLst>
              <a:ahLst/>
              <a:cxnLst/>
              <a:rect l="textAreaLeft" t="textAreaTop" r="textAreaRight" b="textAreaBottom"/>
              <a:pathLst>
                <a:path w="28454" h="4571">
                  <a:moveTo>
                    <a:pt x="0" y="0"/>
                  </a:moveTo>
                  <a:lnTo>
                    <a:pt x="0" y="4570"/>
                  </a:lnTo>
                  <a:lnTo>
                    <a:pt x="28454" y="4570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000" bIns="63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249;p32">
              <a:extLst>
                <a:ext uri="{FF2B5EF4-FFF2-40B4-BE49-F238E27FC236}">
                  <a16:creationId xmlns:a16="http://schemas.microsoft.com/office/drawing/2014/main" id="{C20C4F88-C4C1-D76E-1862-409826CE59B5}"/>
                </a:ext>
              </a:extLst>
            </p:cNvPr>
            <p:cNvSpPr/>
            <p:nvPr/>
          </p:nvSpPr>
          <p:spPr>
            <a:xfrm>
              <a:off x="6922800" y="4195440"/>
              <a:ext cx="785520" cy="65160"/>
            </a:xfrm>
            <a:custGeom>
              <a:avLst/>
              <a:gdLst>
                <a:gd name="textAreaLeft" fmla="*/ 0 w 785520"/>
                <a:gd name="textAreaRight" fmla="*/ 785880 w 78552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28454" h="2369">
                  <a:moveTo>
                    <a:pt x="0" y="0"/>
                  </a:moveTo>
                  <a:lnTo>
                    <a:pt x="0" y="2369"/>
                  </a:lnTo>
                  <a:lnTo>
                    <a:pt x="28454" y="2369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250;p32">
              <a:extLst>
                <a:ext uri="{FF2B5EF4-FFF2-40B4-BE49-F238E27FC236}">
                  <a16:creationId xmlns:a16="http://schemas.microsoft.com/office/drawing/2014/main" id="{A7D75F8C-BCB5-0127-AED5-7CD1B6CD1DA5}"/>
                </a:ext>
              </a:extLst>
            </p:cNvPr>
            <p:cNvSpPr/>
            <p:nvPr/>
          </p:nvSpPr>
          <p:spPr>
            <a:xfrm>
              <a:off x="6701040" y="4284000"/>
              <a:ext cx="1158840" cy="386640"/>
            </a:xfrm>
            <a:custGeom>
              <a:avLst/>
              <a:gdLst>
                <a:gd name="textAreaLeft" fmla="*/ 0 w 1158840"/>
                <a:gd name="textAreaRight" fmla="*/ 1159200 w 1158840"/>
                <a:gd name="textAreaTop" fmla="*/ 0 h 386640"/>
                <a:gd name="textAreaBottom" fmla="*/ 387000 h 386640"/>
              </a:gdLst>
              <a:ahLst/>
              <a:cxnLst/>
              <a:rect l="textAreaLeft" t="textAreaTop" r="textAreaRight" b="textAreaBottom"/>
              <a:pathLst>
                <a:path w="41964" h="14011">
                  <a:moveTo>
                    <a:pt x="8073" y="1"/>
                  </a:moveTo>
                  <a:lnTo>
                    <a:pt x="0" y="14011"/>
                  </a:lnTo>
                  <a:lnTo>
                    <a:pt x="41897" y="14011"/>
                  </a:lnTo>
                  <a:cubicBezTo>
                    <a:pt x="41897" y="14011"/>
                    <a:pt x="41963" y="6672"/>
                    <a:pt x="3645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251;p32">
              <a:extLst>
                <a:ext uri="{FF2B5EF4-FFF2-40B4-BE49-F238E27FC236}">
                  <a16:creationId xmlns:a16="http://schemas.microsoft.com/office/drawing/2014/main" id="{E82E2218-CC9E-F58D-2495-A6559BE2836D}"/>
                </a:ext>
              </a:extLst>
            </p:cNvPr>
            <p:cNvSpPr/>
            <p:nvPr/>
          </p:nvSpPr>
          <p:spPr>
            <a:xfrm>
              <a:off x="6148080" y="3768840"/>
              <a:ext cx="729360" cy="825480"/>
            </a:xfrm>
            <a:custGeom>
              <a:avLst/>
              <a:gdLst>
                <a:gd name="textAreaLeft" fmla="*/ 0 w 729360"/>
                <a:gd name="textAreaRight" fmla="*/ 729720 w 72936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6420" h="29889">
                  <a:moveTo>
                    <a:pt x="16279" y="0"/>
                  </a:moveTo>
                  <a:lnTo>
                    <a:pt x="1" y="22550"/>
                  </a:lnTo>
                  <a:lnTo>
                    <a:pt x="10141" y="29888"/>
                  </a:lnTo>
                  <a:lnTo>
                    <a:pt x="26420" y="7339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252;p32">
              <a:extLst>
                <a:ext uri="{FF2B5EF4-FFF2-40B4-BE49-F238E27FC236}">
                  <a16:creationId xmlns:a16="http://schemas.microsoft.com/office/drawing/2014/main" id="{C0C20D61-6ABF-0A78-1761-2F5B2DD2DB9E}"/>
                </a:ext>
              </a:extLst>
            </p:cNvPr>
            <p:cNvSpPr/>
            <p:nvPr/>
          </p:nvSpPr>
          <p:spPr>
            <a:xfrm>
              <a:off x="6479640" y="3773160"/>
              <a:ext cx="396000" cy="321120"/>
            </a:xfrm>
            <a:custGeom>
              <a:avLst/>
              <a:gdLst>
                <a:gd name="textAreaLeft" fmla="*/ 0 w 396000"/>
                <a:gd name="textAreaRight" fmla="*/ 396360 w 396000"/>
                <a:gd name="textAreaTop" fmla="*/ 0 h 321120"/>
                <a:gd name="textAreaBottom" fmla="*/ 321480 h 321120"/>
              </a:gdLst>
              <a:ahLst/>
              <a:cxnLst/>
              <a:rect l="textAreaLeft" t="textAreaTop" r="textAreaRight" b="textAreaBottom"/>
              <a:pathLst>
                <a:path w="14344" h="11643">
                  <a:moveTo>
                    <a:pt x="4203" y="1"/>
                  </a:moveTo>
                  <a:lnTo>
                    <a:pt x="0" y="5805"/>
                  </a:lnTo>
                  <a:lnTo>
                    <a:pt x="11208" y="11643"/>
                  </a:lnTo>
                  <a:lnTo>
                    <a:pt x="14344" y="7306"/>
                  </a:lnTo>
                  <a:lnTo>
                    <a:pt x="4203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253;p32">
              <a:extLst>
                <a:ext uri="{FF2B5EF4-FFF2-40B4-BE49-F238E27FC236}">
                  <a16:creationId xmlns:a16="http://schemas.microsoft.com/office/drawing/2014/main" id="{4FA97680-F0CA-617B-FCD2-93FB0A94D6C8}"/>
                </a:ext>
              </a:extLst>
            </p:cNvPr>
            <p:cNvSpPr/>
            <p:nvPr/>
          </p:nvSpPr>
          <p:spPr>
            <a:xfrm>
              <a:off x="7297200" y="2693160"/>
              <a:ext cx="426240" cy="529200"/>
            </a:xfrm>
            <a:custGeom>
              <a:avLst/>
              <a:gdLst>
                <a:gd name="textAreaLeft" fmla="*/ 0 w 426240"/>
                <a:gd name="textAreaRight" fmla="*/ 426600 w 426240"/>
                <a:gd name="textAreaTop" fmla="*/ 0 h 529200"/>
                <a:gd name="textAreaBottom" fmla="*/ 529560 h 529200"/>
              </a:gdLst>
              <a:ahLst/>
              <a:cxnLst/>
              <a:rect l="textAreaLeft" t="textAreaTop" r="textAreaRight" b="textAreaBottom"/>
              <a:pathLst>
                <a:path w="15445" h="19167">
                  <a:moveTo>
                    <a:pt x="10383" y="0"/>
                  </a:moveTo>
                  <a:cubicBezTo>
                    <a:pt x="8118" y="0"/>
                    <a:pt x="4870" y="2632"/>
                    <a:pt x="3069" y="5874"/>
                  </a:cubicBezTo>
                  <a:cubicBezTo>
                    <a:pt x="1234" y="9176"/>
                    <a:pt x="601" y="12979"/>
                    <a:pt x="0" y="16682"/>
                  </a:cubicBezTo>
                  <a:cubicBezTo>
                    <a:pt x="1604" y="18328"/>
                    <a:pt x="3872" y="19167"/>
                    <a:pt x="6145" y="19167"/>
                  </a:cubicBezTo>
                  <a:cubicBezTo>
                    <a:pt x="7511" y="19167"/>
                    <a:pt x="8880" y="18863"/>
                    <a:pt x="10107" y="18250"/>
                  </a:cubicBezTo>
                  <a:cubicBezTo>
                    <a:pt x="13343" y="16648"/>
                    <a:pt x="15445" y="12979"/>
                    <a:pt x="15445" y="9343"/>
                  </a:cubicBezTo>
                  <a:cubicBezTo>
                    <a:pt x="15445" y="5674"/>
                    <a:pt x="13476" y="2171"/>
                    <a:pt x="10508" y="3"/>
                  </a:cubicBezTo>
                  <a:cubicBezTo>
                    <a:pt x="10466" y="1"/>
                    <a:pt x="10425" y="0"/>
                    <a:pt x="1038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254;p32">
              <a:extLst>
                <a:ext uri="{FF2B5EF4-FFF2-40B4-BE49-F238E27FC236}">
                  <a16:creationId xmlns:a16="http://schemas.microsoft.com/office/drawing/2014/main" id="{147B40A5-60CA-40A7-AEE5-5F65FDE9A495}"/>
                </a:ext>
              </a:extLst>
            </p:cNvPr>
            <p:cNvSpPr/>
            <p:nvPr/>
          </p:nvSpPr>
          <p:spPr>
            <a:xfrm>
              <a:off x="6748920" y="2717280"/>
              <a:ext cx="457560" cy="4989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498960"/>
                <a:gd name="textAreaBottom" fmla="*/ 499320 h 498960"/>
              </a:gdLst>
              <a:ahLst/>
              <a:cxnLst/>
              <a:rect l="textAreaLeft" t="textAreaTop" r="textAreaRight" b="textAreaBottom"/>
              <a:pathLst>
                <a:path w="16580" h="18072">
                  <a:moveTo>
                    <a:pt x="2302" y="0"/>
                  </a:moveTo>
                  <a:cubicBezTo>
                    <a:pt x="735" y="3103"/>
                    <a:pt x="1" y="6772"/>
                    <a:pt x="801" y="10141"/>
                  </a:cubicBezTo>
                  <a:cubicBezTo>
                    <a:pt x="1602" y="13510"/>
                    <a:pt x="4070" y="16612"/>
                    <a:pt x="7406" y="17680"/>
                  </a:cubicBezTo>
                  <a:cubicBezTo>
                    <a:pt x="8207" y="17944"/>
                    <a:pt x="9048" y="18072"/>
                    <a:pt x="9889" y="18072"/>
                  </a:cubicBezTo>
                  <a:cubicBezTo>
                    <a:pt x="12551" y="18072"/>
                    <a:pt x="15210" y="16792"/>
                    <a:pt x="16579" y="14511"/>
                  </a:cubicBezTo>
                  <a:cubicBezTo>
                    <a:pt x="14144" y="11976"/>
                    <a:pt x="12776" y="8607"/>
                    <a:pt x="10775" y="5671"/>
                  </a:cubicBezTo>
                  <a:cubicBezTo>
                    <a:pt x="8774" y="2769"/>
                    <a:pt x="5771" y="101"/>
                    <a:pt x="230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255;p32">
              <a:extLst>
                <a:ext uri="{FF2B5EF4-FFF2-40B4-BE49-F238E27FC236}">
                  <a16:creationId xmlns:a16="http://schemas.microsoft.com/office/drawing/2014/main" id="{DA72459D-2D40-9F5A-CEED-63400A9EDD5F}"/>
                </a:ext>
              </a:extLst>
            </p:cNvPr>
            <p:cNvSpPr/>
            <p:nvPr/>
          </p:nvSpPr>
          <p:spPr>
            <a:xfrm>
              <a:off x="6977160" y="3045240"/>
              <a:ext cx="640080" cy="815040"/>
            </a:xfrm>
            <a:custGeom>
              <a:avLst/>
              <a:gdLst>
                <a:gd name="textAreaLeft" fmla="*/ 0 w 640080"/>
                <a:gd name="textAreaRight" fmla="*/ 640440 w 640080"/>
                <a:gd name="textAreaTop" fmla="*/ 0 h 815040"/>
                <a:gd name="textAreaBottom" fmla="*/ 815400 h 815040"/>
              </a:gdLst>
              <a:ahLst/>
              <a:cxnLst/>
              <a:rect l="textAreaLeft" t="textAreaTop" r="textAreaRight" b="textAreaBottom"/>
              <a:pathLst>
                <a:path w="23184" h="29522">
                  <a:moveTo>
                    <a:pt x="5904" y="1"/>
                  </a:moveTo>
                  <a:lnTo>
                    <a:pt x="4237" y="10008"/>
                  </a:lnTo>
                  <a:lnTo>
                    <a:pt x="0" y="10008"/>
                  </a:lnTo>
                  <a:lnTo>
                    <a:pt x="5037" y="29522"/>
                  </a:lnTo>
                  <a:lnTo>
                    <a:pt x="23183" y="10008"/>
                  </a:lnTo>
                  <a:lnTo>
                    <a:pt x="17313" y="10008"/>
                  </a:lnTo>
                  <a:lnTo>
                    <a:pt x="14077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256;p32">
              <a:extLst>
                <a:ext uri="{FF2B5EF4-FFF2-40B4-BE49-F238E27FC236}">
                  <a16:creationId xmlns:a16="http://schemas.microsoft.com/office/drawing/2014/main" id="{0B025729-4392-354F-2BA2-6294DF2AE8A5}"/>
                </a:ext>
              </a:extLst>
            </p:cNvPr>
            <p:cNvSpPr/>
            <p:nvPr/>
          </p:nvSpPr>
          <p:spPr>
            <a:xfrm>
              <a:off x="7130160" y="3047040"/>
              <a:ext cx="303840" cy="213480"/>
            </a:xfrm>
            <a:custGeom>
              <a:avLst/>
              <a:gdLst>
                <a:gd name="textAreaLeft" fmla="*/ 0 w 303840"/>
                <a:gd name="textAreaRight" fmla="*/ 304200 w 30384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11009" h="7737">
                  <a:moveTo>
                    <a:pt x="367" y="0"/>
                  </a:moveTo>
                  <a:lnTo>
                    <a:pt x="1" y="2369"/>
                  </a:lnTo>
                  <a:cubicBezTo>
                    <a:pt x="1669" y="4919"/>
                    <a:pt x="4675" y="7736"/>
                    <a:pt x="10028" y="7736"/>
                  </a:cubicBezTo>
                  <a:cubicBezTo>
                    <a:pt x="10346" y="7736"/>
                    <a:pt x="10673" y="7726"/>
                    <a:pt x="11008" y="7706"/>
                  </a:cubicBezTo>
                  <a:lnTo>
                    <a:pt x="8540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57;p32">
              <a:extLst>
                <a:ext uri="{FF2B5EF4-FFF2-40B4-BE49-F238E27FC236}">
                  <a16:creationId xmlns:a16="http://schemas.microsoft.com/office/drawing/2014/main" id="{E469EE54-041C-AAA2-6458-F183C27F9B13}"/>
                </a:ext>
              </a:extLst>
            </p:cNvPr>
            <p:cNvSpPr/>
            <p:nvPr/>
          </p:nvSpPr>
          <p:spPr>
            <a:xfrm>
              <a:off x="7106400" y="3045240"/>
              <a:ext cx="511200" cy="42372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423720"/>
                <a:gd name="textAreaBottom" fmla="*/ 424080 h 423720"/>
              </a:gdLst>
              <a:ahLst/>
              <a:cxnLst/>
              <a:rect l="textAreaLeft" t="textAreaTop" r="textAreaRight" b="textAreaBottom"/>
              <a:pathLst>
                <a:path w="18514" h="15345">
                  <a:moveTo>
                    <a:pt x="1234" y="1"/>
                  </a:moveTo>
                  <a:lnTo>
                    <a:pt x="0" y="7439"/>
                  </a:lnTo>
                  <a:lnTo>
                    <a:pt x="13543" y="15345"/>
                  </a:lnTo>
                  <a:lnTo>
                    <a:pt x="18513" y="10008"/>
                  </a:lnTo>
                  <a:lnTo>
                    <a:pt x="12643" y="10008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258;p32">
              <a:extLst>
                <a:ext uri="{FF2B5EF4-FFF2-40B4-BE49-F238E27FC236}">
                  <a16:creationId xmlns:a16="http://schemas.microsoft.com/office/drawing/2014/main" id="{5D736529-7B8B-E1C9-0C73-2C1431E5CDB2}"/>
                </a:ext>
              </a:extLst>
            </p:cNvPr>
            <p:cNvSpPr/>
            <p:nvPr/>
          </p:nvSpPr>
          <p:spPr>
            <a:xfrm>
              <a:off x="6417000" y="3321720"/>
              <a:ext cx="632880" cy="749880"/>
            </a:xfrm>
            <a:custGeom>
              <a:avLst/>
              <a:gdLst>
                <a:gd name="textAreaLeft" fmla="*/ 0 w 632880"/>
                <a:gd name="textAreaRight" fmla="*/ 633240 w 632880"/>
                <a:gd name="textAreaTop" fmla="*/ 0 h 749880"/>
                <a:gd name="textAreaBottom" fmla="*/ 750240 h 749880"/>
              </a:gdLst>
              <a:ahLst/>
              <a:cxnLst/>
              <a:rect l="textAreaLeft" t="textAreaTop" r="textAreaRight" b="textAreaBottom"/>
              <a:pathLst>
                <a:path w="22917" h="27154">
                  <a:moveTo>
                    <a:pt x="18080" y="1"/>
                  </a:moveTo>
                  <a:cubicBezTo>
                    <a:pt x="15811" y="1"/>
                    <a:pt x="13643" y="968"/>
                    <a:pt x="12142" y="2669"/>
                  </a:cubicBezTo>
                  <a:lnTo>
                    <a:pt x="0" y="17647"/>
                  </a:lnTo>
                  <a:lnTo>
                    <a:pt x="17746" y="27154"/>
                  </a:lnTo>
                  <a:lnTo>
                    <a:pt x="22916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259;p32">
              <a:extLst>
                <a:ext uri="{FF2B5EF4-FFF2-40B4-BE49-F238E27FC236}">
                  <a16:creationId xmlns:a16="http://schemas.microsoft.com/office/drawing/2014/main" id="{C63B48E2-D6AB-DA52-BBDE-B15870EA3AA4}"/>
                </a:ext>
              </a:extLst>
            </p:cNvPr>
            <p:cNvSpPr/>
            <p:nvPr/>
          </p:nvSpPr>
          <p:spPr>
            <a:xfrm>
              <a:off x="6564600" y="3435120"/>
              <a:ext cx="450360" cy="636480"/>
            </a:xfrm>
            <a:custGeom>
              <a:avLst/>
              <a:gdLst>
                <a:gd name="textAreaLeft" fmla="*/ 0 w 450360"/>
                <a:gd name="textAreaRight" fmla="*/ 450720 w 450360"/>
                <a:gd name="textAreaTop" fmla="*/ 0 h 636480"/>
                <a:gd name="textAreaBottom" fmla="*/ 636840 h 636480"/>
              </a:gdLst>
              <a:ahLst/>
              <a:cxnLst/>
              <a:rect l="textAreaLeft" t="textAreaTop" r="textAreaRight" b="textAreaBottom"/>
              <a:pathLst>
                <a:path w="16312" h="23051">
                  <a:moveTo>
                    <a:pt x="14344" y="1"/>
                  </a:moveTo>
                  <a:lnTo>
                    <a:pt x="0" y="16379"/>
                  </a:lnTo>
                  <a:lnTo>
                    <a:pt x="12409" y="23051"/>
                  </a:lnTo>
                  <a:lnTo>
                    <a:pt x="16312" y="2636"/>
                  </a:lnTo>
                  <a:lnTo>
                    <a:pt x="14344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260;p32">
              <a:extLst>
                <a:ext uri="{FF2B5EF4-FFF2-40B4-BE49-F238E27FC236}">
                  <a16:creationId xmlns:a16="http://schemas.microsoft.com/office/drawing/2014/main" id="{43F5E9B2-97FF-E64D-2BD6-92598FD586F0}"/>
                </a:ext>
              </a:extLst>
            </p:cNvPr>
            <p:cNvSpPr/>
            <p:nvPr/>
          </p:nvSpPr>
          <p:spPr>
            <a:xfrm>
              <a:off x="7423200" y="2441880"/>
              <a:ext cx="315720" cy="42084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420840"/>
                <a:gd name="textAreaBottom" fmla="*/ 421200 h 420840"/>
              </a:gdLst>
              <a:ahLst/>
              <a:cxnLst/>
              <a:rect l="textAreaLeft" t="textAreaTop" r="textAreaRight" b="textAreaBottom"/>
              <a:pathLst>
                <a:path w="11447" h="15242">
                  <a:moveTo>
                    <a:pt x="405" y="1"/>
                  </a:moveTo>
                  <a:cubicBezTo>
                    <a:pt x="405" y="1"/>
                    <a:pt x="0" y="15242"/>
                    <a:pt x="3734" y="15242"/>
                  </a:cubicBezTo>
                  <a:cubicBezTo>
                    <a:pt x="4286" y="15242"/>
                    <a:pt x="4928" y="14909"/>
                    <a:pt x="5676" y="14144"/>
                  </a:cubicBezTo>
                  <a:cubicBezTo>
                    <a:pt x="11447" y="8173"/>
                    <a:pt x="5109" y="1635"/>
                    <a:pt x="5109" y="1635"/>
                  </a:cubicBezTo>
                  <a:lnTo>
                    <a:pt x="405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261;p32">
              <a:extLst>
                <a:ext uri="{FF2B5EF4-FFF2-40B4-BE49-F238E27FC236}">
                  <a16:creationId xmlns:a16="http://schemas.microsoft.com/office/drawing/2014/main" id="{ECCCBEB3-371F-4D28-E6EE-8361FB0A0630}"/>
                </a:ext>
              </a:extLst>
            </p:cNvPr>
            <p:cNvSpPr/>
            <p:nvPr/>
          </p:nvSpPr>
          <p:spPr>
            <a:xfrm>
              <a:off x="6899040" y="2333160"/>
              <a:ext cx="668520" cy="778320"/>
            </a:xfrm>
            <a:custGeom>
              <a:avLst/>
              <a:gdLst>
                <a:gd name="textAreaLeft" fmla="*/ 0 w 668520"/>
                <a:gd name="textAreaRight" fmla="*/ 668880 w 668520"/>
                <a:gd name="textAreaTop" fmla="*/ 0 h 778320"/>
                <a:gd name="textAreaBottom" fmla="*/ 778680 h 778320"/>
              </a:gdLst>
              <a:ahLst/>
              <a:cxnLst/>
              <a:rect l="textAreaLeft" t="textAreaTop" r="textAreaRight" b="textAreaBottom"/>
              <a:pathLst>
                <a:path w="24219" h="28188">
                  <a:moveTo>
                    <a:pt x="1" y="1"/>
                  </a:moveTo>
                  <a:lnTo>
                    <a:pt x="568" y="17680"/>
                  </a:lnTo>
                  <a:cubicBezTo>
                    <a:pt x="568" y="23451"/>
                    <a:pt x="5271" y="28187"/>
                    <a:pt x="11075" y="28187"/>
                  </a:cubicBezTo>
                  <a:lnTo>
                    <a:pt x="13711" y="28187"/>
                  </a:lnTo>
                  <a:cubicBezTo>
                    <a:pt x="19515" y="28187"/>
                    <a:pt x="24218" y="23517"/>
                    <a:pt x="24185" y="17680"/>
                  </a:cubicBezTo>
                  <a:lnTo>
                    <a:pt x="23584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262;p32">
              <a:extLst>
                <a:ext uri="{FF2B5EF4-FFF2-40B4-BE49-F238E27FC236}">
                  <a16:creationId xmlns:a16="http://schemas.microsoft.com/office/drawing/2014/main" id="{700BC189-D091-D677-F6E4-9AAA3C931ED1}"/>
                </a:ext>
              </a:extLst>
            </p:cNvPr>
            <p:cNvSpPr/>
            <p:nvPr/>
          </p:nvSpPr>
          <p:spPr>
            <a:xfrm>
              <a:off x="7284960" y="2748240"/>
              <a:ext cx="53280" cy="16488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1936" h="5985">
                  <a:moveTo>
                    <a:pt x="273" y="0"/>
                  </a:moveTo>
                  <a:cubicBezTo>
                    <a:pt x="191" y="0"/>
                    <a:pt x="104" y="25"/>
                    <a:pt x="67" y="80"/>
                  </a:cubicBezTo>
                  <a:cubicBezTo>
                    <a:pt x="1" y="180"/>
                    <a:pt x="1" y="381"/>
                    <a:pt x="101" y="481"/>
                  </a:cubicBezTo>
                  <a:cubicBezTo>
                    <a:pt x="868" y="1048"/>
                    <a:pt x="1335" y="1982"/>
                    <a:pt x="1368" y="2916"/>
                  </a:cubicBezTo>
                  <a:cubicBezTo>
                    <a:pt x="1368" y="3883"/>
                    <a:pt x="935" y="4850"/>
                    <a:pt x="234" y="5484"/>
                  </a:cubicBezTo>
                  <a:cubicBezTo>
                    <a:pt x="101" y="5584"/>
                    <a:pt x="101" y="5751"/>
                    <a:pt x="201" y="5884"/>
                  </a:cubicBezTo>
                  <a:cubicBezTo>
                    <a:pt x="234" y="5918"/>
                    <a:pt x="334" y="5985"/>
                    <a:pt x="401" y="5985"/>
                  </a:cubicBezTo>
                  <a:cubicBezTo>
                    <a:pt x="468" y="5985"/>
                    <a:pt x="519" y="5955"/>
                    <a:pt x="556" y="5955"/>
                  </a:cubicBezTo>
                  <a:cubicBezTo>
                    <a:pt x="575" y="5955"/>
                    <a:pt x="590" y="5962"/>
                    <a:pt x="601" y="5985"/>
                  </a:cubicBezTo>
                  <a:cubicBezTo>
                    <a:pt x="1435" y="5217"/>
                    <a:pt x="1935" y="4083"/>
                    <a:pt x="1902" y="2982"/>
                  </a:cubicBezTo>
                  <a:cubicBezTo>
                    <a:pt x="1902" y="1848"/>
                    <a:pt x="1335" y="747"/>
                    <a:pt x="434" y="47"/>
                  </a:cubicBezTo>
                  <a:cubicBezTo>
                    <a:pt x="404" y="17"/>
                    <a:pt x="341" y="0"/>
                    <a:pt x="273" y="0"/>
                  </a:cubicBezTo>
                  <a:close/>
                </a:path>
              </a:pathLst>
            </a:custGeom>
            <a:solidFill>
              <a:srgbClr val="D6938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263;p32">
              <a:extLst>
                <a:ext uri="{FF2B5EF4-FFF2-40B4-BE49-F238E27FC236}">
                  <a16:creationId xmlns:a16="http://schemas.microsoft.com/office/drawing/2014/main" id="{A0A7A71B-EA71-9FCC-8D3D-331C1CA3CE9F}"/>
                </a:ext>
              </a:extLst>
            </p:cNvPr>
            <p:cNvSpPr/>
            <p:nvPr/>
          </p:nvSpPr>
          <p:spPr>
            <a:xfrm>
              <a:off x="6953400" y="2730960"/>
              <a:ext cx="197640" cy="19764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7173" h="7173">
                  <a:moveTo>
                    <a:pt x="3570" y="1"/>
                  </a:moveTo>
                  <a:cubicBezTo>
                    <a:pt x="1602" y="1"/>
                    <a:pt x="1" y="1602"/>
                    <a:pt x="1" y="3603"/>
                  </a:cubicBezTo>
                  <a:cubicBezTo>
                    <a:pt x="1" y="5571"/>
                    <a:pt x="1602" y="7173"/>
                    <a:pt x="3570" y="7173"/>
                  </a:cubicBezTo>
                  <a:cubicBezTo>
                    <a:pt x="5538" y="7173"/>
                    <a:pt x="7173" y="5571"/>
                    <a:pt x="7173" y="3603"/>
                  </a:cubicBezTo>
                  <a:cubicBezTo>
                    <a:pt x="7173" y="1602"/>
                    <a:pt x="5538" y="1"/>
                    <a:pt x="3570" y="1"/>
                  </a:cubicBezTo>
                  <a:close/>
                </a:path>
              </a:pathLst>
            </a:custGeom>
            <a:solidFill>
              <a:srgbClr val="FFBAB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264;p32">
              <a:extLst>
                <a:ext uri="{FF2B5EF4-FFF2-40B4-BE49-F238E27FC236}">
                  <a16:creationId xmlns:a16="http://schemas.microsoft.com/office/drawing/2014/main" id="{0DB7CD4F-0E9B-BA2E-7DD1-29730EF9DFFF}"/>
                </a:ext>
              </a:extLst>
            </p:cNvPr>
            <p:cNvSpPr/>
            <p:nvPr/>
          </p:nvSpPr>
          <p:spPr>
            <a:xfrm>
              <a:off x="7433640" y="2730240"/>
              <a:ext cx="134280" cy="198720"/>
            </a:xfrm>
            <a:custGeom>
              <a:avLst/>
              <a:gdLst>
                <a:gd name="textAreaLeft" fmla="*/ 0 w 134280"/>
                <a:gd name="textAreaRight" fmla="*/ 134640 w 134280"/>
                <a:gd name="textAreaTop" fmla="*/ 0 h 198720"/>
                <a:gd name="textAreaBottom" fmla="*/ 199080 h 198720"/>
              </a:gdLst>
              <a:ahLst/>
              <a:cxnLst/>
              <a:rect l="textAreaLeft" t="textAreaTop" r="textAreaRight" b="textAreaBottom"/>
              <a:pathLst>
                <a:path w="4871" h="7206">
                  <a:moveTo>
                    <a:pt x="3636" y="0"/>
                  </a:moveTo>
                  <a:cubicBezTo>
                    <a:pt x="1635" y="0"/>
                    <a:pt x="0" y="1635"/>
                    <a:pt x="0" y="3636"/>
                  </a:cubicBezTo>
                  <a:cubicBezTo>
                    <a:pt x="0" y="5638"/>
                    <a:pt x="1601" y="7206"/>
                    <a:pt x="3569" y="7206"/>
                  </a:cubicBezTo>
                  <a:cubicBezTo>
                    <a:pt x="3736" y="7206"/>
                    <a:pt x="3936" y="7206"/>
                    <a:pt x="4136" y="7172"/>
                  </a:cubicBezTo>
                  <a:cubicBezTo>
                    <a:pt x="4570" y="5971"/>
                    <a:pt x="4870" y="4670"/>
                    <a:pt x="4870" y="3336"/>
                  </a:cubicBezTo>
                  <a:lnTo>
                    <a:pt x="4803" y="201"/>
                  </a:lnTo>
                  <a:cubicBezTo>
                    <a:pt x="4403" y="67"/>
                    <a:pt x="4036" y="0"/>
                    <a:pt x="3636" y="0"/>
                  </a:cubicBezTo>
                  <a:close/>
                </a:path>
              </a:pathLst>
            </a:custGeom>
            <a:solidFill>
              <a:srgbClr val="FFBAB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265;p32">
              <a:extLst>
                <a:ext uri="{FF2B5EF4-FFF2-40B4-BE49-F238E27FC236}">
                  <a16:creationId xmlns:a16="http://schemas.microsoft.com/office/drawing/2014/main" id="{C2F3B986-DD02-0D97-C50E-A71B0028A65F}"/>
                </a:ext>
              </a:extLst>
            </p:cNvPr>
            <p:cNvSpPr/>
            <p:nvPr/>
          </p:nvSpPr>
          <p:spPr>
            <a:xfrm>
              <a:off x="7101720" y="2122920"/>
              <a:ext cx="180360" cy="190800"/>
            </a:xfrm>
            <a:custGeom>
              <a:avLst/>
              <a:gdLst>
                <a:gd name="textAreaLeft" fmla="*/ 0 w 180360"/>
                <a:gd name="textAreaRight" fmla="*/ 180720 w 180360"/>
                <a:gd name="textAreaTop" fmla="*/ 0 h 190800"/>
                <a:gd name="textAreaBottom" fmla="*/ 191160 h 190800"/>
              </a:gdLst>
              <a:ahLst/>
              <a:cxnLst/>
              <a:rect l="textAreaLeft" t="textAreaTop" r="textAreaRight" b="textAreaBottom"/>
              <a:pathLst>
                <a:path w="6539" h="6924">
                  <a:moveTo>
                    <a:pt x="4537" y="0"/>
                  </a:moveTo>
                  <a:cubicBezTo>
                    <a:pt x="5171" y="1368"/>
                    <a:pt x="4637" y="3036"/>
                    <a:pt x="3670" y="4170"/>
                  </a:cubicBezTo>
                  <a:cubicBezTo>
                    <a:pt x="2669" y="5337"/>
                    <a:pt x="1335" y="6038"/>
                    <a:pt x="0" y="6772"/>
                  </a:cubicBezTo>
                  <a:cubicBezTo>
                    <a:pt x="539" y="6874"/>
                    <a:pt x="1059" y="6923"/>
                    <a:pt x="1552" y="6923"/>
                  </a:cubicBezTo>
                  <a:cubicBezTo>
                    <a:pt x="3468" y="6923"/>
                    <a:pt x="4981" y="6177"/>
                    <a:pt x="5671" y="4904"/>
                  </a:cubicBezTo>
                  <a:cubicBezTo>
                    <a:pt x="6538" y="3302"/>
                    <a:pt x="6038" y="1101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266;p32">
              <a:extLst>
                <a:ext uri="{FF2B5EF4-FFF2-40B4-BE49-F238E27FC236}">
                  <a16:creationId xmlns:a16="http://schemas.microsoft.com/office/drawing/2014/main" id="{847EF4AF-FF9E-647E-1EE4-C075C0130AD3}"/>
                </a:ext>
              </a:extLst>
            </p:cNvPr>
            <p:cNvSpPr/>
            <p:nvPr/>
          </p:nvSpPr>
          <p:spPr>
            <a:xfrm>
              <a:off x="6706440" y="2283840"/>
              <a:ext cx="478800" cy="408240"/>
            </a:xfrm>
            <a:custGeom>
              <a:avLst/>
              <a:gdLst>
                <a:gd name="textAreaLeft" fmla="*/ 0 w 478800"/>
                <a:gd name="textAreaRight" fmla="*/ 479160 w 4788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17346" h="14793">
                  <a:moveTo>
                    <a:pt x="13643" y="1"/>
                  </a:moveTo>
                  <a:cubicBezTo>
                    <a:pt x="10083" y="1"/>
                    <a:pt x="5267" y="1093"/>
                    <a:pt x="2969" y="3185"/>
                  </a:cubicBezTo>
                  <a:cubicBezTo>
                    <a:pt x="0" y="5953"/>
                    <a:pt x="601" y="11124"/>
                    <a:pt x="2302" y="14793"/>
                  </a:cubicBezTo>
                  <a:cubicBezTo>
                    <a:pt x="5971" y="14793"/>
                    <a:pt x="10541" y="12725"/>
                    <a:pt x="13210" y="10223"/>
                  </a:cubicBezTo>
                  <a:cubicBezTo>
                    <a:pt x="15878" y="7721"/>
                    <a:pt x="17346" y="3818"/>
                    <a:pt x="16345" y="282"/>
                  </a:cubicBezTo>
                  <a:cubicBezTo>
                    <a:pt x="15614" y="94"/>
                    <a:pt x="14682" y="1"/>
                    <a:pt x="13643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267;p32">
              <a:extLst>
                <a:ext uri="{FF2B5EF4-FFF2-40B4-BE49-F238E27FC236}">
                  <a16:creationId xmlns:a16="http://schemas.microsoft.com/office/drawing/2014/main" id="{FDC618AD-585F-15DA-7143-BF357ADE2904}"/>
                </a:ext>
              </a:extLst>
            </p:cNvPr>
            <p:cNvSpPr/>
            <p:nvPr/>
          </p:nvSpPr>
          <p:spPr>
            <a:xfrm>
              <a:off x="6559920" y="2672280"/>
              <a:ext cx="298080" cy="34632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346320"/>
                <a:gd name="textAreaBottom" fmla="*/ 346680 h 346320"/>
              </a:gdLst>
              <a:ahLst/>
              <a:cxnLst/>
              <a:rect l="textAreaLeft" t="textAreaTop" r="textAreaRight" b="textAreaBottom"/>
              <a:pathLst>
                <a:path w="10809" h="12548">
                  <a:moveTo>
                    <a:pt x="10808" y="1"/>
                  </a:moveTo>
                  <a:cubicBezTo>
                    <a:pt x="9074" y="1002"/>
                    <a:pt x="7005" y="1435"/>
                    <a:pt x="5137" y="2169"/>
                  </a:cubicBezTo>
                  <a:cubicBezTo>
                    <a:pt x="3269" y="2936"/>
                    <a:pt x="1401" y="4104"/>
                    <a:pt x="634" y="5972"/>
                  </a:cubicBezTo>
                  <a:cubicBezTo>
                    <a:pt x="0" y="7573"/>
                    <a:pt x="267" y="9441"/>
                    <a:pt x="1335" y="10775"/>
                  </a:cubicBezTo>
                  <a:cubicBezTo>
                    <a:pt x="2232" y="11897"/>
                    <a:pt x="3672" y="12548"/>
                    <a:pt x="5100" y="12548"/>
                  </a:cubicBezTo>
                  <a:cubicBezTo>
                    <a:pt x="5370" y="12548"/>
                    <a:pt x="5639" y="12524"/>
                    <a:pt x="5905" y="12477"/>
                  </a:cubicBezTo>
                  <a:cubicBezTo>
                    <a:pt x="4237" y="11676"/>
                    <a:pt x="3303" y="9741"/>
                    <a:pt x="3403" y="7907"/>
                  </a:cubicBezTo>
                  <a:cubicBezTo>
                    <a:pt x="3503" y="6072"/>
                    <a:pt x="4504" y="4337"/>
                    <a:pt x="5938" y="3137"/>
                  </a:cubicBezTo>
                  <a:cubicBezTo>
                    <a:pt x="7272" y="1936"/>
                    <a:pt x="8974" y="1135"/>
                    <a:pt x="10808" y="1"/>
                  </a:cubicBezTo>
                  <a:close/>
                </a:path>
              </a:pathLst>
            </a:custGeom>
            <a:solidFill>
              <a:srgbClr val="09066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268;p32">
              <a:extLst>
                <a:ext uri="{FF2B5EF4-FFF2-40B4-BE49-F238E27FC236}">
                  <a16:creationId xmlns:a16="http://schemas.microsoft.com/office/drawing/2014/main" id="{34C8FC64-5F20-67A5-2A56-658AF16CE97B}"/>
                </a:ext>
              </a:extLst>
            </p:cNvPr>
            <p:cNvSpPr/>
            <p:nvPr/>
          </p:nvSpPr>
          <p:spPr>
            <a:xfrm>
              <a:off x="6647400" y="2706120"/>
              <a:ext cx="279720" cy="519840"/>
            </a:xfrm>
            <a:custGeom>
              <a:avLst/>
              <a:gdLst>
                <a:gd name="textAreaLeft" fmla="*/ 0 w 279720"/>
                <a:gd name="textAreaRight" fmla="*/ 280080 w 279720"/>
                <a:gd name="textAreaTop" fmla="*/ 0 h 519840"/>
                <a:gd name="textAreaBottom" fmla="*/ 520200 h 519840"/>
              </a:gdLst>
              <a:ahLst/>
              <a:cxnLst/>
              <a:rect l="textAreaLeft" t="textAreaTop" r="textAreaRight" b="textAreaBottom"/>
              <a:pathLst>
                <a:path w="10141" h="18831">
                  <a:moveTo>
                    <a:pt x="4737" y="0"/>
                  </a:moveTo>
                  <a:cubicBezTo>
                    <a:pt x="2936" y="2335"/>
                    <a:pt x="1335" y="4904"/>
                    <a:pt x="668" y="7772"/>
                  </a:cubicBezTo>
                  <a:cubicBezTo>
                    <a:pt x="0" y="10675"/>
                    <a:pt x="401" y="13877"/>
                    <a:pt x="2235" y="16212"/>
                  </a:cubicBezTo>
                  <a:cubicBezTo>
                    <a:pt x="3520" y="17824"/>
                    <a:pt x="5591" y="18831"/>
                    <a:pt x="7622" y="18831"/>
                  </a:cubicBezTo>
                  <a:cubicBezTo>
                    <a:pt x="8490" y="18831"/>
                    <a:pt x="9351" y="18646"/>
                    <a:pt x="10141" y="18247"/>
                  </a:cubicBezTo>
                  <a:lnTo>
                    <a:pt x="10141" y="18247"/>
                  </a:lnTo>
                  <a:cubicBezTo>
                    <a:pt x="9879" y="18307"/>
                    <a:pt x="9618" y="18336"/>
                    <a:pt x="9359" y="18336"/>
                  </a:cubicBezTo>
                  <a:cubicBezTo>
                    <a:pt x="7344" y="18336"/>
                    <a:pt x="5495" y="16588"/>
                    <a:pt x="4904" y="14577"/>
                  </a:cubicBezTo>
                  <a:cubicBezTo>
                    <a:pt x="4237" y="12342"/>
                    <a:pt x="4770" y="9907"/>
                    <a:pt x="5338" y="7606"/>
                  </a:cubicBezTo>
                  <a:cubicBezTo>
                    <a:pt x="5905" y="5337"/>
                    <a:pt x="6505" y="2936"/>
                    <a:pt x="4737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69;p32">
              <a:extLst>
                <a:ext uri="{FF2B5EF4-FFF2-40B4-BE49-F238E27FC236}">
                  <a16:creationId xmlns:a16="http://schemas.microsoft.com/office/drawing/2014/main" id="{FA5130EC-22BC-9215-4C60-60145E29B7AE}"/>
                </a:ext>
              </a:extLst>
            </p:cNvPr>
            <p:cNvSpPr/>
            <p:nvPr/>
          </p:nvSpPr>
          <p:spPr>
            <a:xfrm>
              <a:off x="7611480" y="27165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 fill="none">
                  <a:moveTo>
                    <a:pt x="1" y="0"/>
                  </a:moveTo>
                </a:path>
              </a:pathLst>
            </a:custGeom>
            <a:noFill/>
            <a:ln w="667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270;p32">
              <a:extLst>
                <a:ext uri="{FF2B5EF4-FFF2-40B4-BE49-F238E27FC236}">
                  <a16:creationId xmlns:a16="http://schemas.microsoft.com/office/drawing/2014/main" id="{A86FD04C-E62A-0010-6689-C13D1926E255}"/>
                </a:ext>
              </a:extLst>
            </p:cNvPr>
            <p:cNvSpPr/>
            <p:nvPr/>
          </p:nvSpPr>
          <p:spPr>
            <a:xfrm>
              <a:off x="7617600" y="2648160"/>
              <a:ext cx="196920" cy="463320"/>
            </a:xfrm>
            <a:custGeom>
              <a:avLst/>
              <a:gdLst>
                <a:gd name="textAreaLeft" fmla="*/ 0 w 196920"/>
                <a:gd name="textAreaRight" fmla="*/ 197280 w 196920"/>
                <a:gd name="textAreaTop" fmla="*/ 0 h 463320"/>
                <a:gd name="textAreaBottom" fmla="*/ 463680 h 463320"/>
              </a:gdLst>
              <a:ahLst/>
              <a:cxnLst/>
              <a:rect l="textAreaLeft" t="textAreaTop" r="textAreaRight" b="textAreaBottom"/>
              <a:pathLst>
                <a:path w="7139" h="16780">
                  <a:moveTo>
                    <a:pt x="0" y="1"/>
                  </a:moveTo>
                  <a:lnTo>
                    <a:pt x="0" y="1"/>
                  </a:lnTo>
                  <a:cubicBezTo>
                    <a:pt x="34" y="2136"/>
                    <a:pt x="601" y="4137"/>
                    <a:pt x="1502" y="5938"/>
                  </a:cubicBezTo>
                  <a:cubicBezTo>
                    <a:pt x="2335" y="7673"/>
                    <a:pt x="3470" y="9307"/>
                    <a:pt x="4137" y="11142"/>
                  </a:cubicBezTo>
                  <a:cubicBezTo>
                    <a:pt x="4804" y="12977"/>
                    <a:pt x="4971" y="15112"/>
                    <a:pt x="3903" y="16779"/>
                  </a:cubicBezTo>
                  <a:cubicBezTo>
                    <a:pt x="6005" y="16012"/>
                    <a:pt x="7139" y="13510"/>
                    <a:pt x="6905" y="11309"/>
                  </a:cubicBezTo>
                  <a:cubicBezTo>
                    <a:pt x="6705" y="9040"/>
                    <a:pt x="5471" y="7039"/>
                    <a:pt x="4070" y="5304"/>
                  </a:cubicBezTo>
                  <a:cubicBezTo>
                    <a:pt x="2702" y="3537"/>
                    <a:pt x="1101" y="19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271;p32">
              <a:extLst>
                <a:ext uri="{FF2B5EF4-FFF2-40B4-BE49-F238E27FC236}">
                  <a16:creationId xmlns:a16="http://schemas.microsoft.com/office/drawing/2014/main" id="{9F121F72-1738-7A39-9EBD-B91C9AD50F5C}"/>
                </a:ext>
              </a:extLst>
            </p:cNvPr>
            <p:cNvSpPr/>
            <p:nvPr/>
          </p:nvSpPr>
          <p:spPr>
            <a:xfrm>
              <a:off x="7184520" y="2269080"/>
              <a:ext cx="452160" cy="3477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47760"/>
                <a:gd name="textAreaBottom" fmla="*/ 348120 h 347760"/>
              </a:gdLst>
              <a:ahLst/>
              <a:cxnLst/>
              <a:rect l="textAreaLeft" t="textAreaTop" r="textAreaRight" b="textAreaBottom"/>
              <a:pathLst>
                <a:path w="16379" h="12605">
                  <a:moveTo>
                    <a:pt x="5353" y="0"/>
                  </a:moveTo>
                  <a:cubicBezTo>
                    <a:pt x="3457" y="0"/>
                    <a:pt x="1506" y="150"/>
                    <a:pt x="1" y="546"/>
                  </a:cubicBezTo>
                  <a:cubicBezTo>
                    <a:pt x="3136" y="5749"/>
                    <a:pt x="8473" y="10386"/>
                    <a:pt x="13410" y="12354"/>
                  </a:cubicBezTo>
                  <a:cubicBezTo>
                    <a:pt x="13761" y="12471"/>
                    <a:pt x="14145" y="12605"/>
                    <a:pt x="14516" y="12605"/>
                  </a:cubicBezTo>
                  <a:cubicBezTo>
                    <a:pt x="14674" y="12605"/>
                    <a:pt x="14829" y="12581"/>
                    <a:pt x="14978" y="12521"/>
                  </a:cubicBezTo>
                  <a:cubicBezTo>
                    <a:pt x="15712" y="12187"/>
                    <a:pt x="15912" y="11220"/>
                    <a:pt x="16012" y="10386"/>
                  </a:cubicBezTo>
                  <a:cubicBezTo>
                    <a:pt x="16212" y="8251"/>
                    <a:pt x="16379" y="6050"/>
                    <a:pt x="15478" y="4148"/>
                  </a:cubicBezTo>
                  <a:cubicBezTo>
                    <a:pt x="14344" y="1746"/>
                    <a:pt x="11642" y="412"/>
                    <a:pt x="9007" y="179"/>
                  </a:cubicBezTo>
                  <a:cubicBezTo>
                    <a:pt x="7923" y="70"/>
                    <a:pt x="6651" y="0"/>
                    <a:pt x="535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272;p32">
              <a:extLst>
                <a:ext uri="{FF2B5EF4-FFF2-40B4-BE49-F238E27FC236}">
                  <a16:creationId xmlns:a16="http://schemas.microsoft.com/office/drawing/2014/main" id="{2DF5C9EF-286D-CC30-61C9-A434E4BA4CE5}"/>
                </a:ext>
              </a:extLst>
            </p:cNvPr>
            <p:cNvSpPr/>
            <p:nvPr/>
          </p:nvSpPr>
          <p:spPr>
            <a:xfrm>
              <a:off x="7153200" y="2901600"/>
              <a:ext cx="196920" cy="96480"/>
            </a:xfrm>
            <a:custGeom>
              <a:avLst/>
              <a:gdLst>
                <a:gd name="textAreaLeft" fmla="*/ 0 w 196920"/>
                <a:gd name="textAreaRight" fmla="*/ 197280 w 19692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7139" h="3504">
                  <a:moveTo>
                    <a:pt x="307" y="1"/>
                  </a:moveTo>
                  <a:cubicBezTo>
                    <a:pt x="260" y="1"/>
                    <a:pt x="212" y="12"/>
                    <a:pt x="167" y="34"/>
                  </a:cubicBezTo>
                  <a:cubicBezTo>
                    <a:pt x="34" y="134"/>
                    <a:pt x="0" y="301"/>
                    <a:pt x="101" y="435"/>
                  </a:cubicBezTo>
                  <a:cubicBezTo>
                    <a:pt x="1201" y="2336"/>
                    <a:pt x="3370" y="3503"/>
                    <a:pt x="5604" y="3503"/>
                  </a:cubicBezTo>
                  <a:cubicBezTo>
                    <a:pt x="6038" y="3503"/>
                    <a:pt x="6505" y="3470"/>
                    <a:pt x="6872" y="3370"/>
                  </a:cubicBezTo>
                  <a:cubicBezTo>
                    <a:pt x="7039" y="3337"/>
                    <a:pt x="7139" y="3203"/>
                    <a:pt x="7106" y="3036"/>
                  </a:cubicBezTo>
                  <a:cubicBezTo>
                    <a:pt x="7050" y="2897"/>
                    <a:pt x="6971" y="2828"/>
                    <a:pt x="6850" y="2828"/>
                  </a:cubicBezTo>
                  <a:cubicBezTo>
                    <a:pt x="6826" y="2828"/>
                    <a:pt x="6800" y="2831"/>
                    <a:pt x="6772" y="2836"/>
                  </a:cubicBezTo>
                  <a:cubicBezTo>
                    <a:pt x="6402" y="2916"/>
                    <a:pt x="6024" y="2954"/>
                    <a:pt x="5644" y="2954"/>
                  </a:cubicBezTo>
                  <a:cubicBezTo>
                    <a:pt x="3627" y="2954"/>
                    <a:pt x="1573" y="1875"/>
                    <a:pt x="534" y="134"/>
                  </a:cubicBezTo>
                  <a:cubicBezTo>
                    <a:pt x="490" y="45"/>
                    <a:pt x="401" y="1"/>
                    <a:pt x="307" y="1"/>
                  </a:cubicBezTo>
                  <a:close/>
                </a:path>
              </a:pathLst>
            </a:custGeom>
            <a:solidFill>
              <a:srgbClr val="D6938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273;p32">
              <a:extLst>
                <a:ext uri="{FF2B5EF4-FFF2-40B4-BE49-F238E27FC236}">
                  <a16:creationId xmlns:a16="http://schemas.microsoft.com/office/drawing/2014/main" id="{35D22ACB-A86B-A11E-C319-FC85B31DCFEA}"/>
                </a:ext>
              </a:extLst>
            </p:cNvPr>
            <p:cNvSpPr/>
            <p:nvPr/>
          </p:nvSpPr>
          <p:spPr>
            <a:xfrm>
              <a:off x="6715440" y="2573640"/>
              <a:ext cx="238320" cy="158040"/>
            </a:xfrm>
            <a:custGeom>
              <a:avLst/>
              <a:gdLst>
                <a:gd name="textAreaLeft" fmla="*/ 0 w 238320"/>
                <a:gd name="textAreaRight" fmla="*/ 238680 w 23832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8641" h="5736">
                  <a:moveTo>
                    <a:pt x="6196" y="0"/>
                  </a:moveTo>
                  <a:cubicBezTo>
                    <a:pt x="5922" y="0"/>
                    <a:pt x="5643" y="54"/>
                    <a:pt x="5371" y="170"/>
                  </a:cubicBezTo>
                  <a:lnTo>
                    <a:pt x="1669" y="1637"/>
                  </a:lnTo>
                  <a:cubicBezTo>
                    <a:pt x="535" y="2071"/>
                    <a:pt x="1" y="3372"/>
                    <a:pt x="535" y="4506"/>
                  </a:cubicBezTo>
                  <a:lnTo>
                    <a:pt x="535" y="4539"/>
                  </a:lnTo>
                  <a:cubicBezTo>
                    <a:pt x="908" y="5286"/>
                    <a:pt x="1690" y="5736"/>
                    <a:pt x="2492" y="5736"/>
                  </a:cubicBezTo>
                  <a:cubicBezTo>
                    <a:pt x="2765" y="5736"/>
                    <a:pt x="3041" y="5684"/>
                    <a:pt x="3303" y="5573"/>
                  </a:cubicBezTo>
                  <a:lnTo>
                    <a:pt x="7006" y="4072"/>
                  </a:lnTo>
                  <a:cubicBezTo>
                    <a:pt x="8107" y="3639"/>
                    <a:pt x="8640" y="2404"/>
                    <a:pt x="8173" y="1337"/>
                  </a:cubicBezTo>
                  <a:cubicBezTo>
                    <a:pt x="7821" y="508"/>
                    <a:pt x="7034" y="0"/>
                    <a:pt x="6196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274;p32">
              <a:extLst>
                <a:ext uri="{FF2B5EF4-FFF2-40B4-BE49-F238E27FC236}">
                  <a16:creationId xmlns:a16="http://schemas.microsoft.com/office/drawing/2014/main" id="{A4F0483F-6C7A-DA0D-8A6E-28CD3BC8AC46}"/>
                </a:ext>
              </a:extLst>
            </p:cNvPr>
            <p:cNvSpPr/>
            <p:nvPr/>
          </p:nvSpPr>
          <p:spPr>
            <a:xfrm>
              <a:off x="6882480" y="2492280"/>
              <a:ext cx="666720" cy="352080"/>
            </a:xfrm>
            <a:custGeom>
              <a:avLst/>
              <a:gdLst>
                <a:gd name="textAreaLeft" fmla="*/ 0 w 666720"/>
                <a:gd name="textAreaRight" fmla="*/ 667080 w 666720"/>
                <a:gd name="textAreaTop" fmla="*/ 0 h 352080"/>
                <a:gd name="textAreaBottom" fmla="*/ 352440 h 352080"/>
              </a:gdLst>
              <a:ahLst/>
              <a:cxnLst/>
              <a:rect l="textAreaLeft" t="textAreaTop" r="textAreaRight" b="textAreaBottom"/>
              <a:pathLst>
                <a:path w="24152" h="12752">
                  <a:moveTo>
                    <a:pt x="13918" y="0"/>
                  </a:moveTo>
                  <a:cubicBezTo>
                    <a:pt x="9110" y="0"/>
                    <a:pt x="4288" y="1065"/>
                    <a:pt x="0" y="3007"/>
                  </a:cubicBezTo>
                  <a:cubicBezTo>
                    <a:pt x="601" y="5576"/>
                    <a:pt x="1335" y="8144"/>
                    <a:pt x="3003" y="10146"/>
                  </a:cubicBezTo>
                  <a:cubicBezTo>
                    <a:pt x="4286" y="11685"/>
                    <a:pt x="6259" y="12751"/>
                    <a:pt x="8226" y="12751"/>
                  </a:cubicBezTo>
                  <a:cubicBezTo>
                    <a:pt x="8815" y="12751"/>
                    <a:pt x="9405" y="12655"/>
                    <a:pt x="9974" y="12448"/>
                  </a:cubicBezTo>
                  <a:cubicBezTo>
                    <a:pt x="11309" y="11947"/>
                    <a:pt x="12476" y="10813"/>
                    <a:pt x="13944" y="10780"/>
                  </a:cubicBezTo>
                  <a:cubicBezTo>
                    <a:pt x="13960" y="10779"/>
                    <a:pt x="13977" y="10779"/>
                    <a:pt x="13993" y="10779"/>
                  </a:cubicBezTo>
                  <a:cubicBezTo>
                    <a:pt x="15871" y="10779"/>
                    <a:pt x="17363" y="12648"/>
                    <a:pt x="19281" y="12648"/>
                  </a:cubicBezTo>
                  <a:cubicBezTo>
                    <a:pt x="19306" y="12648"/>
                    <a:pt x="19331" y="12649"/>
                    <a:pt x="19357" y="12649"/>
                  </a:cubicBezTo>
                  <a:cubicBezTo>
                    <a:pt x="20432" y="12649"/>
                    <a:pt x="21499" y="11960"/>
                    <a:pt x="22183" y="11080"/>
                  </a:cubicBezTo>
                  <a:cubicBezTo>
                    <a:pt x="22883" y="10146"/>
                    <a:pt x="23217" y="9012"/>
                    <a:pt x="23517" y="7944"/>
                  </a:cubicBezTo>
                  <a:cubicBezTo>
                    <a:pt x="23984" y="6010"/>
                    <a:pt x="24151" y="3775"/>
                    <a:pt x="22850" y="2274"/>
                  </a:cubicBezTo>
                  <a:cubicBezTo>
                    <a:pt x="21816" y="1006"/>
                    <a:pt x="20148" y="606"/>
                    <a:pt x="18547" y="339"/>
                  </a:cubicBezTo>
                  <a:cubicBezTo>
                    <a:pt x="17018" y="111"/>
                    <a:pt x="15469" y="0"/>
                    <a:pt x="1391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275;p32">
              <a:extLst>
                <a:ext uri="{FF2B5EF4-FFF2-40B4-BE49-F238E27FC236}">
                  <a16:creationId xmlns:a16="http://schemas.microsoft.com/office/drawing/2014/main" id="{213B4678-529C-7059-5DE8-9EA57962B06E}"/>
                </a:ext>
              </a:extLst>
            </p:cNvPr>
            <p:cNvSpPr/>
            <p:nvPr/>
          </p:nvSpPr>
          <p:spPr>
            <a:xfrm>
              <a:off x="6778440" y="3321720"/>
              <a:ext cx="1020600" cy="90180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901800"/>
                <a:gd name="textAreaBottom" fmla="*/ 902160 h 901800"/>
              </a:gdLst>
              <a:ahLst/>
              <a:cxnLst/>
              <a:rect l="textAreaLeft" t="textAreaTop" r="textAreaRight" b="textAreaBottom"/>
              <a:pathLst>
                <a:path w="36960" h="32658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276;p32">
              <a:extLst>
                <a:ext uri="{FF2B5EF4-FFF2-40B4-BE49-F238E27FC236}">
                  <a16:creationId xmlns:a16="http://schemas.microsoft.com/office/drawing/2014/main" id="{550A969A-4B13-1C65-94EF-18FBA3223897}"/>
                </a:ext>
              </a:extLst>
            </p:cNvPr>
            <p:cNvSpPr/>
            <p:nvPr/>
          </p:nvSpPr>
          <p:spPr>
            <a:xfrm>
              <a:off x="6778440" y="3321720"/>
              <a:ext cx="1020600" cy="90180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901800"/>
                <a:gd name="textAreaBottom" fmla="*/ 902160 h 901800"/>
              </a:gdLst>
              <a:ahLst/>
              <a:cxnLst/>
              <a:rect l="textAreaLeft" t="textAreaTop" r="textAreaRight" b="textAreaBottom"/>
              <a:pathLst>
                <a:path w="36960" h="32658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277;p32">
              <a:extLst>
                <a:ext uri="{FF2B5EF4-FFF2-40B4-BE49-F238E27FC236}">
                  <a16:creationId xmlns:a16="http://schemas.microsoft.com/office/drawing/2014/main" id="{CEC4FB44-6E96-68AA-9475-7AB0DB630151}"/>
                </a:ext>
              </a:extLst>
            </p:cNvPr>
            <p:cNvSpPr/>
            <p:nvPr/>
          </p:nvSpPr>
          <p:spPr>
            <a:xfrm>
              <a:off x="6792120" y="3859200"/>
              <a:ext cx="1006920" cy="364680"/>
            </a:xfrm>
            <a:custGeom>
              <a:avLst/>
              <a:gdLst>
                <a:gd name="textAreaLeft" fmla="*/ 0 w 1006920"/>
                <a:gd name="textAreaRight" fmla="*/ 1007280 w 1006920"/>
                <a:gd name="textAreaTop" fmla="*/ 0 h 364680"/>
                <a:gd name="textAreaBottom" fmla="*/ 365040 h 364680"/>
              </a:gdLst>
              <a:ahLst/>
              <a:cxnLst/>
              <a:rect l="textAreaLeft" t="textAreaTop" r="textAreaRight" b="textAreaBottom"/>
              <a:pathLst>
                <a:path w="36460" h="13210">
                  <a:moveTo>
                    <a:pt x="0" y="0"/>
                  </a:moveTo>
                  <a:lnTo>
                    <a:pt x="0" y="0"/>
                  </a:lnTo>
                  <a:cubicBezTo>
                    <a:pt x="167" y="967"/>
                    <a:pt x="334" y="1901"/>
                    <a:pt x="568" y="2869"/>
                  </a:cubicBezTo>
                  <a:cubicBezTo>
                    <a:pt x="1401" y="6004"/>
                    <a:pt x="2936" y="10307"/>
                    <a:pt x="4370" y="13210"/>
                  </a:cubicBezTo>
                  <a:lnTo>
                    <a:pt x="33291" y="13210"/>
                  </a:lnTo>
                  <a:lnTo>
                    <a:pt x="36460" y="967"/>
                  </a:lnTo>
                  <a:lnTo>
                    <a:pt x="36426" y="834"/>
                  </a:lnTo>
                  <a:cubicBezTo>
                    <a:pt x="29922" y="3136"/>
                    <a:pt x="19614" y="3970"/>
                    <a:pt x="13110" y="4570"/>
                  </a:cubicBezTo>
                  <a:cubicBezTo>
                    <a:pt x="12726" y="4607"/>
                    <a:pt x="12342" y="4625"/>
                    <a:pt x="11959" y="4625"/>
                  </a:cubicBezTo>
                  <a:cubicBezTo>
                    <a:pt x="7194" y="4625"/>
                    <a:pt x="2625" y="188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278;p32">
              <a:extLst>
                <a:ext uri="{FF2B5EF4-FFF2-40B4-BE49-F238E27FC236}">
                  <a16:creationId xmlns:a16="http://schemas.microsoft.com/office/drawing/2014/main" id="{60F736C1-C707-0EDF-927E-A0AD11C3AC7B}"/>
                </a:ext>
              </a:extLst>
            </p:cNvPr>
            <p:cNvSpPr/>
            <p:nvPr/>
          </p:nvSpPr>
          <p:spPr>
            <a:xfrm>
              <a:off x="6927480" y="2471760"/>
              <a:ext cx="666720" cy="353160"/>
            </a:xfrm>
            <a:custGeom>
              <a:avLst/>
              <a:gdLst>
                <a:gd name="textAreaLeft" fmla="*/ 0 w 666720"/>
                <a:gd name="textAreaRight" fmla="*/ 667080 w 66672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24152" h="12794">
                  <a:moveTo>
                    <a:pt x="13946" y="1"/>
                  </a:moveTo>
                  <a:cubicBezTo>
                    <a:pt x="9129" y="1"/>
                    <a:pt x="4297" y="1104"/>
                    <a:pt x="1" y="3050"/>
                  </a:cubicBezTo>
                  <a:cubicBezTo>
                    <a:pt x="601" y="5585"/>
                    <a:pt x="1335" y="8187"/>
                    <a:pt x="3003" y="10188"/>
                  </a:cubicBezTo>
                  <a:cubicBezTo>
                    <a:pt x="4286" y="11728"/>
                    <a:pt x="6260" y="12794"/>
                    <a:pt x="8226" y="12794"/>
                  </a:cubicBezTo>
                  <a:cubicBezTo>
                    <a:pt x="8816" y="12794"/>
                    <a:pt x="9405" y="12698"/>
                    <a:pt x="9975" y="12490"/>
                  </a:cubicBezTo>
                  <a:cubicBezTo>
                    <a:pt x="11309" y="11990"/>
                    <a:pt x="12477" y="10856"/>
                    <a:pt x="13911" y="10822"/>
                  </a:cubicBezTo>
                  <a:cubicBezTo>
                    <a:pt x="13944" y="10821"/>
                    <a:pt x="13976" y="10821"/>
                    <a:pt x="14009" y="10821"/>
                  </a:cubicBezTo>
                  <a:cubicBezTo>
                    <a:pt x="15897" y="10821"/>
                    <a:pt x="17379" y="12690"/>
                    <a:pt x="19281" y="12690"/>
                  </a:cubicBezTo>
                  <a:cubicBezTo>
                    <a:pt x="19307" y="12691"/>
                    <a:pt x="19332" y="12691"/>
                    <a:pt x="19357" y="12691"/>
                  </a:cubicBezTo>
                  <a:cubicBezTo>
                    <a:pt x="20432" y="12691"/>
                    <a:pt x="21499" y="12002"/>
                    <a:pt x="22183" y="11089"/>
                  </a:cubicBezTo>
                  <a:cubicBezTo>
                    <a:pt x="22884" y="10188"/>
                    <a:pt x="23218" y="9054"/>
                    <a:pt x="23518" y="7920"/>
                  </a:cubicBezTo>
                  <a:cubicBezTo>
                    <a:pt x="23985" y="6019"/>
                    <a:pt x="24152" y="3750"/>
                    <a:pt x="22851" y="2249"/>
                  </a:cubicBezTo>
                  <a:cubicBezTo>
                    <a:pt x="21817" y="1015"/>
                    <a:pt x="20149" y="582"/>
                    <a:pt x="18548" y="348"/>
                  </a:cubicBezTo>
                  <a:cubicBezTo>
                    <a:pt x="17027" y="114"/>
                    <a:pt x="15488" y="1"/>
                    <a:pt x="13946" y="1"/>
                  </a:cubicBez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279;p32">
              <a:extLst>
                <a:ext uri="{FF2B5EF4-FFF2-40B4-BE49-F238E27FC236}">
                  <a16:creationId xmlns:a16="http://schemas.microsoft.com/office/drawing/2014/main" id="{5F791D9F-2C58-B197-E4BB-5A47477DB215}"/>
                </a:ext>
              </a:extLst>
            </p:cNvPr>
            <p:cNvSpPr/>
            <p:nvPr/>
          </p:nvSpPr>
          <p:spPr>
            <a:xfrm>
              <a:off x="7121160" y="2472480"/>
              <a:ext cx="327600" cy="353160"/>
            </a:xfrm>
            <a:custGeom>
              <a:avLst/>
              <a:gdLst>
                <a:gd name="textAreaLeft" fmla="*/ 0 w 327600"/>
                <a:gd name="textAreaRight" fmla="*/ 327960 w 32760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1877" h="12799">
                  <a:moveTo>
                    <a:pt x="6939" y="1"/>
                  </a:moveTo>
                  <a:cubicBezTo>
                    <a:pt x="5457" y="1"/>
                    <a:pt x="3976" y="109"/>
                    <a:pt x="2503" y="322"/>
                  </a:cubicBezTo>
                  <a:lnTo>
                    <a:pt x="1" y="12664"/>
                  </a:lnTo>
                  <a:cubicBezTo>
                    <a:pt x="426" y="12749"/>
                    <a:pt x="851" y="12798"/>
                    <a:pt x="1274" y="12798"/>
                  </a:cubicBezTo>
                  <a:cubicBezTo>
                    <a:pt x="1846" y="12798"/>
                    <a:pt x="2413" y="12708"/>
                    <a:pt x="2970" y="12497"/>
                  </a:cubicBezTo>
                  <a:cubicBezTo>
                    <a:pt x="4304" y="11997"/>
                    <a:pt x="5472" y="10863"/>
                    <a:pt x="6906" y="10830"/>
                  </a:cubicBezTo>
                  <a:cubicBezTo>
                    <a:pt x="7473" y="10830"/>
                    <a:pt x="8007" y="10963"/>
                    <a:pt x="8507" y="11196"/>
                  </a:cubicBezTo>
                  <a:lnTo>
                    <a:pt x="11876" y="389"/>
                  </a:lnTo>
                  <a:cubicBezTo>
                    <a:pt x="11776" y="389"/>
                    <a:pt x="11643" y="355"/>
                    <a:pt x="11543" y="355"/>
                  </a:cubicBezTo>
                  <a:cubicBezTo>
                    <a:pt x="10014" y="118"/>
                    <a:pt x="8476" y="1"/>
                    <a:pt x="6939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280;p32">
              <a:extLst>
                <a:ext uri="{FF2B5EF4-FFF2-40B4-BE49-F238E27FC236}">
                  <a16:creationId xmlns:a16="http://schemas.microsoft.com/office/drawing/2014/main" id="{0C75B561-FF19-CA2B-050B-5EFD38AE8ACE}"/>
                </a:ext>
              </a:extLst>
            </p:cNvPr>
            <p:cNvSpPr/>
            <p:nvPr/>
          </p:nvSpPr>
          <p:spPr>
            <a:xfrm>
              <a:off x="7129440" y="2276280"/>
              <a:ext cx="228240" cy="35748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357480"/>
                <a:gd name="textAreaBottom" fmla="*/ 357840 h 357480"/>
              </a:gdLst>
              <a:ahLst/>
              <a:cxnLst/>
              <a:rect l="textAreaLeft" t="textAreaTop" r="textAreaRight" b="textAreaBottom"/>
              <a:pathLst>
                <a:path w="8273" h="12958">
                  <a:moveTo>
                    <a:pt x="2153" y="0"/>
                  </a:moveTo>
                  <a:cubicBezTo>
                    <a:pt x="1608" y="0"/>
                    <a:pt x="1191" y="267"/>
                    <a:pt x="1535" y="782"/>
                  </a:cubicBezTo>
                  <a:cubicBezTo>
                    <a:pt x="67" y="3184"/>
                    <a:pt x="0" y="6386"/>
                    <a:pt x="1368" y="8821"/>
                  </a:cubicBezTo>
                  <a:cubicBezTo>
                    <a:pt x="2735" y="11289"/>
                    <a:pt x="5504" y="12924"/>
                    <a:pt x="8273" y="12957"/>
                  </a:cubicBezTo>
                  <a:cubicBezTo>
                    <a:pt x="6004" y="11289"/>
                    <a:pt x="4537" y="8487"/>
                    <a:pt x="4470" y="5619"/>
                  </a:cubicBezTo>
                  <a:cubicBezTo>
                    <a:pt x="4403" y="4651"/>
                    <a:pt x="4537" y="3651"/>
                    <a:pt x="4470" y="2683"/>
                  </a:cubicBezTo>
                  <a:cubicBezTo>
                    <a:pt x="4337" y="1749"/>
                    <a:pt x="3903" y="749"/>
                    <a:pt x="3069" y="248"/>
                  </a:cubicBezTo>
                  <a:cubicBezTo>
                    <a:pt x="2796" y="82"/>
                    <a:pt x="2454" y="0"/>
                    <a:pt x="2153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281;p32">
              <a:extLst>
                <a:ext uri="{FF2B5EF4-FFF2-40B4-BE49-F238E27FC236}">
                  <a16:creationId xmlns:a16="http://schemas.microsoft.com/office/drawing/2014/main" id="{87391E25-17B8-ECD4-7B8B-F1F6BF076E01}"/>
                </a:ext>
              </a:extLst>
            </p:cNvPr>
            <p:cNvSpPr/>
            <p:nvPr/>
          </p:nvSpPr>
          <p:spPr>
            <a:xfrm>
              <a:off x="7221600" y="2306160"/>
              <a:ext cx="300240" cy="320400"/>
            </a:xfrm>
            <a:custGeom>
              <a:avLst/>
              <a:gdLst>
                <a:gd name="textAreaLeft" fmla="*/ 0 w 300240"/>
                <a:gd name="textAreaRight" fmla="*/ 300600 w 300240"/>
                <a:gd name="textAreaTop" fmla="*/ 0 h 320400"/>
                <a:gd name="textAreaBottom" fmla="*/ 320760 h 320400"/>
              </a:gdLst>
              <a:ahLst/>
              <a:cxnLst/>
              <a:rect l="textAreaLeft" t="textAreaTop" r="textAreaRight" b="textAreaBottom"/>
              <a:pathLst>
                <a:path w="10876" h="11614">
                  <a:moveTo>
                    <a:pt x="227" y="1"/>
                  </a:moveTo>
                  <a:cubicBezTo>
                    <a:pt x="108" y="1"/>
                    <a:pt x="29" y="44"/>
                    <a:pt x="1" y="139"/>
                  </a:cubicBezTo>
                  <a:cubicBezTo>
                    <a:pt x="635" y="2874"/>
                    <a:pt x="1335" y="5676"/>
                    <a:pt x="3070" y="7944"/>
                  </a:cubicBezTo>
                  <a:cubicBezTo>
                    <a:pt x="4654" y="10006"/>
                    <a:pt x="7229" y="11614"/>
                    <a:pt x="9931" y="11614"/>
                  </a:cubicBezTo>
                  <a:cubicBezTo>
                    <a:pt x="10244" y="11614"/>
                    <a:pt x="10560" y="11592"/>
                    <a:pt x="10875" y="11547"/>
                  </a:cubicBezTo>
                  <a:cubicBezTo>
                    <a:pt x="8874" y="10913"/>
                    <a:pt x="7440" y="9245"/>
                    <a:pt x="6439" y="7544"/>
                  </a:cubicBezTo>
                  <a:cubicBezTo>
                    <a:pt x="5438" y="5843"/>
                    <a:pt x="4738" y="3941"/>
                    <a:pt x="3503" y="2374"/>
                  </a:cubicBezTo>
                  <a:cubicBezTo>
                    <a:pt x="2419" y="1094"/>
                    <a:pt x="824" y="1"/>
                    <a:pt x="227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282;p32">
              <a:extLst>
                <a:ext uri="{FF2B5EF4-FFF2-40B4-BE49-F238E27FC236}">
                  <a16:creationId xmlns:a16="http://schemas.microsoft.com/office/drawing/2014/main" id="{236820FA-C08C-A114-4786-B3987B0ADF16}"/>
                </a:ext>
              </a:extLst>
            </p:cNvPr>
            <p:cNvSpPr/>
            <p:nvPr/>
          </p:nvSpPr>
          <p:spPr>
            <a:xfrm>
              <a:off x="7279560" y="3807360"/>
              <a:ext cx="692640" cy="804240"/>
            </a:xfrm>
            <a:custGeom>
              <a:avLst/>
              <a:gdLst>
                <a:gd name="textAreaLeft" fmla="*/ 0 w 692640"/>
                <a:gd name="textAreaRight" fmla="*/ 693000 w 692640"/>
                <a:gd name="textAreaTop" fmla="*/ 0 h 804240"/>
                <a:gd name="textAreaBottom" fmla="*/ 804600 h 804240"/>
              </a:gdLst>
              <a:ahLst/>
              <a:cxnLst/>
              <a:rect l="textAreaLeft" t="textAreaTop" r="textAreaRight" b="textAreaBottom"/>
              <a:pathLst>
                <a:path w="25085" h="29121">
                  <a:moveTo>
                    <a:pt x="12576" y="0"/>
                  </a:moveTo>
                  <a:lnTo>
                    <a:pt x="12576" y="33"/>
                  </a:lnTo>
                  <a:lnTo>
                    <a:pt x="12576" y="9840"/>
                  </a:lnTo>
                  <a:lnTo>
                    <a:pt x="0" y="23217"/>
                  </a:lnTo>
                  <a:lnTo>
                    <a:pt x="7005" y="29121"/>
                  </a:lnTo>
                  <a:lnTo>
                    <a:pt x="21082" y="16612"/>
                  </a:lnTo>
                  <a:cubicBezTo>
                    <a:pt x="23617" y="14344"/>
                    <a:pt x="25085" y="11075"/>
                    <a:pt x="25085" y="7672"/>
                  </a:cubicBezTo>
                  <a:lnTo>
                    <a:pt x="25085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283;p32">
              <a:extLst>
                <a:ext uri="{FF2B5EF4-FFF2-40B4-BE49-F238E27FC236}">
                  <a16:creationId xmlns:a16="http://schemas.microsoft.com/office/drawing/2014/main" id="{EF4D1EF4-21C3-5D64-6F3D-499A4038B76B}"/>
                </a:ext>
              </a:extLst>
            </p:cNvPr>
            <p:cNvSpPr/>
            <p:nvPr/>
          </p:nvSpPr>
          <p:spPr>
            <a:xfrm>
              <a:off x="7626960" y="3850560"/>
              <a:ext cx="345240" cy="169200"/>
            </a:xfrm>
            <a:custGeom>
              <a:avLst/>
              <a:gdLst>
                <a:gd name="textAreaLeft" fmla="*/ 0 w 345240"/>
                <a:gd name="textAreaRight" fmla="*/ 345600 w 34524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12509" h="6139">
                  <a:moveTo>
                    <a:pt x="0" y="1"/>
                  </a:moveTo>
                  <a:lnTo>
                    <a:pt x="0" y="6139"/>
                  </a:lnTo>
                  <a:lnTo>
                    <a:pt x="12509" y="5371"/>
                  </a:lnTo>
                  <a:lnTo>
                    <a:pt x="12509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284;p32">
              <a:extLst>
                <a:ext uri="{FF2B5EF4-FFF2-40B4-BE49-F238E27FC236}">
                  <a16:creationId xmlns:a16="http://schemas.microsoft.com/office/drawing/2014/main" id="{23D1FCA5-F2A7-7B92-F8A3-A16FE110FFF9}"/>
                </a:ext>
              </a:extLst>
            </p:cNvPr>
            <p:cNvSpPr/>
            <p:nvPr/>
          </p:nvSpPr>
          <p:spPr>
            <a:xfrm>
              <a:off x="7511040" y="3321720"/>
              <a:ext cx="549000" cy="646560"/>
            </a:xfrm>
            <a:custGeom>
              <a:avLst/>
              <a:gdLst>
                <a:gd name="textAreaLeft" fmla="*/ 0 w 549000"/>
                <a:gd name="textAreaRight" fmla="*/ 549360 w 549000"/>
                <a:gd name="textAreaTop" fmla="*/ 0 h 646560"/>
                <a:gd name="textAreaBottom" fmla="*/ 646920 h 646560"/>
              </a:gdLst>
              <a:ahLst/>
              <a:cxnLst/>
              <a:rect l="textAreaLeft" t="textAreaTop" r="textAreaRight" b="textAreaBottom"/>
              <a:pathLst>
                <a:path w="19881" h="23418">
                  <a:moveTo>
                    <a:pt x="2168" y="1"/>
                  </a:moveTo>
                  <a:lnTo>
                    <a:pt x="0" y="23418"/>
                  </a:lnTo>
                  <a:lnTo>
                    <a:pt x="19881" y="22183"/>
                  </a:lnTo>
                  <a:lnTo>
                    <a:pt x="13176" y="4437"/>
                  </a:lnTo>
                  <a:cubicBezTo>
                    <a:pt x="11942" y="1735"/>
                    <a:pt x="9273" y="1"/>
                    <a:pt x="6338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285;p32">
              <a:extLst>
                <a:ext uri="{FF2B5EF4-FFF2-40B4-BE49-F238E27FC236}">
                  <a16:creationId xmlns:a16="http://schemas.microsoft.com/office/drawing/2014/main" id="{E59CCFE8-EA45-1A87-0459-8199FDA40952}"/>
                </a:ext>
              </a:extLst>
            </p:cNvPr>
            <p:cNvSpPr/>
            <p:nvPr/>
          </p:nvSpPr>
          <p:spPr>
            <a:xfrm>
              <a:off x="7511040" y="3321720"/>
              <a:ext cx="312840" cy="646560"/>
            </a:xfrm>
            <a:custGeom>
              <a:avLst/>
              <a:gdLst>
                <a:gd name="textAreaLeft" fmla="*/ 0 w 312840"/>
                <a:gd name="textAreaRight" fmla="*/ 313200 w 312840"/>
                <a:gd name="textAreaTop" fmla="*/ 0 h 646560"/>
                <a:gd name="textAreaBottom" fmla="*/ 646920 h 646560"/>
              </a:gdLst>
              <a:ahLst/>
              <a:cxnLst/>
              <a:rect l="textAreaLeft" t="textAreaTop" r="textAreaRight" b="textAreaBottom"/>
              <a:pathLst>
                <a:path w="11342" h="23418">
                  <a:moveTo>
                    <a:pt x="2168" y="1"/>
                  </a:moveTo>
                  <a:lnTo>
                    <a:pt x="0" y="23418"/>
                  </a:lnTo>
                  <a:lnTo>
                    <a:pt x="0" y="23418"/>
                  </a:lnTo>
                  <a:lnTo>
                    <a:pt x="11341" y="22684"/>
                  </a:lnTo>
                  <a:lnTo>
                    <a:pt x="3402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286;p32">
              <a:extLst>
                <a:ext uri="{FF2B5EF4-FFF2-40B4-BE49-F238E27FC236}">
                  <a16:creationId xmlns:a16="http://schemas.microsoft.com/office/drawing/2014/main" id="{191EC5F4-B12F-E56C-4986-1BEEB1C9EE4F}"/>
                </a:ext>
              </a:extLst>
            </p:cNvPr>
            <p:cNvSpPr/>
            <p:nvPr/>
          </p:nvSpPr>
          <p:spPr>
            <a:xfrm>
              <a:off x="7140600" y="3733560"/>
              <a:ext cx="25560" cy="48816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488160"/>
                <a:gd name="textAreaBottom" fmla="*/ 488520 h 488160"/>
              </a:gdLst>
              <a:ahLst/>
              <a:cxnLst/>
              <a:rect l="textAreaLeft" t="textAreaTop" r="textAreaRight" b="textAreaBottom"/>
              <a:pathLst>
                <a:path w="935" h="17680">
                  <a:moveTo>
                    <a:pt x="434" y="0"/>
                  </a:moveTo>
                  <a:cubicBezTo>
                    <a:pt x="267" y="34"/>
                    <a:pt x="101" y="201"/>
                    <a:pt x="101" y="401"/>
                  </a:cubicBezTo>
                  <a:lnTo>
                    <a:pt x="0" y="17246"/>
                  </a:lnTo>
                  <a:cubicBezTo>
                    <a:pt x="0" y="17513"/>
                    <a:pt x="167" y="17680"/>
                    <a:pt x="434" y="17680"/>
                  </a:cubicBezTo>
                  <a:cubicBezTo>
                    <a:pt x="668" y="17680"/>
                    <a:pt x="834" y="17513"/>
                    <a:pt x="834" y="17246"/>
                  </a:cubicBezTo>
                  <a:lnTo>
                    <a:pt x="934" y="401"/>
                  </a:lnTo>
                  <a:cubicBezTo>
                    <a:pt x="934" y="267"/>
                    <a:pt x="901" y="201"/>
                    <a:pt x="801" y="101"/>
                  </a:cubicBezTo>
                  <a:lnTo>
                    <a:pt x="501" y="40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287;p32">
              <a:extLst>
                <a:ext uri="{FF2B5EF4-FFF2-40B4-BE49-F238E27FC236}">
                  <a16:creationId xmlns:a16="http://schemas.microsoft.com/office/drawing/2014/main" id="{F530E218-6E49-5EAA-37E9-1EEE63B9F3CA}"/>
                </a:ext>
              </a:extLst>
            </p:cNvPr>
            <p:cNvSpPr/>
            <p:nvPr/>
          </p:nvSpPr>
          <p:spPr>
            <a:xfrm>
              <a:off x="6736680" y="2652120"/>
              <a:ext cx="222480" cy="23616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6160"/>
                <a:gd name="textAreaBottom" fmla="*/ 236520 h 236160"/>
              </a:gdLst>
              <a:ahLst/>
              <a:cxnLst/>
              <a:rect l="textAreaLeft" t="textAreaTop" r="textAreaRight" b="textAreaBottom"/>
              <a:pathLst>
                <a:path w="8073" h="8563">
                  <a:moveTo>
                    <a:pt x="3830" y="0"/>
                  </a:moveTo>
                  <a:cubicBezTo>
                    <a:pt x="2380" y="0"/>
                    <a:pt x="1150" y="1024"/>
                    <a:pt x="701" y="2157"/>
                  </a:cubicBezTo>
                  <a:cubicBezTo>
                    <a:pt x="0" y="3859"/>
                    <a:pt x="600" y="5960"/>
                    <a:pt x="2035" y="7294"/>
                  </a:cubicBezTo>
                  <a:cubicBezTo>
                    <a:pt x="3308" y="8507"/>
                    <a:pt x="5078" y="8562"/>
                    <a:pt x="6968" y="8562"/>
                  </a:cubicBezTo>
                  <a:cubicBezTo>
                    <a:pt x="7157" y="8562"/>
                    <a:pt x="7348" y="8562"/>
                    <a:pt x="7539" y="8562"/>
                  </a:cubicBezTo>
                  <a:cubicBezTo>
                    <a:pt x="7672" y="5293"/>
                    <a:pt x="8072" y="4159"/>
                    <a:pt x="6371" y="1123"/>
                  </a:cubicBezTo>
                  <a:cubicBezTo>
                    <a:pt x="5521" y="321"/>
                    <a:pt x="4641" y="0"/>
                    <a:pt x="3830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288;p32">
              <a:extLst>
                <a:ext uri="{FF2B5EF4-FFF2-40B4-BE49-F238E27FC236}">
                  <a16:creationId xmlns:a16="http://schemas.microsoft.com/office/drawing/2014/main" id="{096EE925-56E5-E5CD-7DA7-42CA2FA64C69}"/>
                </a:ext>
              </a:extLst>
            </p:cNvPr>
            <p:cNvSpPr/>
            <p:nvPr/>
          </p:nvSpPr>
          <p:spPr>
            <a:xfrm>
              <a:off x="7273080" y="4055400"/>
              <a:ext cx="389520" cy="40788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407880"/>
                <a:gd name="textAreaBottom" fmla="*/ 408240 h 407880"/>
              </a:gdLst>
              <a:ahLst/>
              <a:cxnLst/>
              <a:rect l="textAreaLeft" t="textAreaTop" r="textAreaRight" b="textAreaBottom"/>
              <a:pathLst>
                <a:path w="14111" h="14778">
                  <a:moveTo>
                    <a:pt x="13761" y="0"/>
                  </a:moveTo>
                  <a:cubicBezTo>
                    <a:pt x="13686" y="0"/>
                    <a:pt x="13611" y="34"/>
                    <a:pt x="13544" y="100"/>
                  </a:cubicBezTo>
                  <a:lnTo>
                    <a:pt x="134" y="14277"/>
                  </a:lnTo>
                  <a:cubicBezTo>
                    <a:pt x="1" y="14410"/>
                    <a:pt x="1" y="14577"/>
                    <a:pt x="134" y="14677"/>
                  </a:cubicBezTo>
                  <a:cubicBezTo>
                    <a:pt x="201" y="14744"/>
                    <a:pt x="268" y="14777"/>
                    <a:pt x="334" y="14777"/>
                  </a:cubicBezTo>
                  <a:cubicBezTo>
                    <a:pt x="435" y="14777"/>
                    <a:pt x="501" y="14744"/>
                    <a:pt x="535" y="14677"/>
                  </a:cubicBezTo>
                  <a:lnTo>
                    <a:pt x="13978" y="501"/>
                  </a:lnTo>
                  <a:cubicBezTo>
                    <a:pt x="14111" y="400"/>
                    <a:pt x="14111" y="234"/>
                    <a:pt x="13978" y="100"/>
                  </a:cubicBezTo>
                  <a:cubicBezTo>
                    <a:pt x="13911" y="34"/>
                    <a:pt x="13836" y="0"/>
                    <a:pt x="13761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289;p32">
              <a:extLst>
                <a:ext uri="{FF2B5EF4-FFF2-40B4-BE49-F238E27FC236}">
                  <a16:creationId xmlns:a16="http://schemas.microsoft.com/office/drawing/2014/main" id="{10558B52-5D46-C1E9-D558-08EF8AD971FE}"/>
                </a:ext>
              </a:extLst>
            </p:cNvPr>
            <p:cNvSpPr/>
            <p:nvPr/>
          </p:nvSpPr>
          <p:spPr>
            <a:xfrm>
              <a:off x="6785640" y="2694240"/>
              <a:ext cx="95400" cy="151560"/>
            </a:xfrm>
            <a:custGeom>
              <a:avLst/>
              <a:gdLst>
                <a:gd name="textAreaLeft" fmla="*/ 0 w 95400"/>
                <a:gd name="textAreaRight" fmla="*/ 95760 w 95400"/>
                <a:gd name="textAreaTop" fmla="*/ 0 h 151560"/>
                <a:gd name="textAreaBottom" fmla="*/ 151920 h 151560"/>
              </a:gdLst>
              <a:ahLst/>
              <a:cxnLst/>
              <a:rect l="textAreaLeft" t="textAreaTop" r="textAreaRight" b="textAreaBottom"/>
              <a:pathLst>
                <a:path w="3471" h="5505">
                  <a:moveTo>
                    <a:pt x="468" y="1"/>
                  </a:moveTo>
                  <a:cubicBezTo>
                    <a:pt x="301" y="1"/>
                    <a:pt x="168" y="101"/>
                    <a:pt x="134" y="267"/>
                  </a:cubicBezTo>
                  <a:cubicBezTo>
                    <a:pt x="134" y="301"/>
                    <a:pt x="1" y="1135"/>
                    <a:pt x="301" y="2169"/>
                  </a:cubicBezTo>
                  <a:cubicBezTo>
                    <a:pt x="601" y="3169"/>
                    <a:pt x="1269" y="4537"/>
                    <a:pt x="3003" y="5471"/>
                  </a:cubicBezTo>
                  <a:cubicBezTo>
                    <a:pt x="3070" y="5504"/>
                    <a:pt x="3103" y="5504"/>
                    <a:pt x="3137" y="5504"/>
                  </a:cubicBezTo>
                  <a:cubicBezTo>
                    <a:pt x="3237" y="5504"/>
                    <a:pt x="3337" y="5471"/>
                    <a:pt x="3403" y="5304"/>
                  </a:cubicBezTo>
                  <a:cubicBezTo>
                    <a:pt x="3470" y="5171"/>
                    <a:pt x="3403" y="5004"/>
                    <a:pt x="3270" y="4904"/>
                  </a:cubicBezTo>
                  <a:cubicBezTo>
                    <a:pt x="635" y="3503"/>
                    <a:pt x="635" y="34"/>
                    <a:pt x="468" y="1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960" bIns="75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290;p32">
              <a:extLst>
                <a:ext uri="{FF2B5EF4-FFF2-40B4-BE49-F238E27FC236}">
                  <a16:creationId xmlns:a16="http://schemas.microsoft.com/office/drawing/2014/main" id="{B5987B64-4229-9F00-2302-B6243745D96A}"/>
                </a:ext>
              </a:extLst>
            </p:cNvPr>
            <p:cNvSpPr/>
            <p:nvPr/>
          </p:nvSpPr>
          <p:spPr>
            <a:xfrm>
              <a:off x="6559920" y="2283480"/>
              <a:ext cx="551520" cy="93456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934560"/>
                <a:gd name="textAreaBottom" fmla="*/ 934920 h 934560"/>
              </a:gdLst>
              <a:ahLst/>
              <a:cxnLst/>
              <a:rect l="textAreaLeft" t="textAreaTop" r="textAreaRight" b="textAreaBottom"/>
              <a:pathLst>
                <a:path w="19982" h="33849">
                  <a:moveTo>
                    <a:pt x="6839" y="16470"/>
                  </a:moveTo>
                  <a:cubicBezTo>
                    <a:pt x="6805" y="16570"/>
                    <a:pt x="6805" y="16670"/>
                    <a:pt x="6805" y="16803"/>
                  </a:cubicBezTo>
                  <a:cubicBezTo>
                    <a:pt x="5471" y="18705"/>
                    <a:pt x="4404" y="20806"/>
                    <a:pt x="3837" y="23074"/>
                  </a:cubicBezTo>
                  <a:cubicBezTo>
                    <a:pt x="3770" y="23408"/>
                    <a:pt x="3736" y="23708"/>
                    <a:pt x="3670" y="24042"/>
                  </a:cubicBezTo>
                  <a:cubicBezTo>
                    <a:pt x="3436" y="23375"/>
                    <a:pt x="3303" y="22674"/>
                    <a:pt x="3336" y="21974"/>
                  </a:cubicBezTo>
                  <a:cubicBezTo>
                    <a:pt x="3470" y="20139"/>
                    <a:pt x="4470" y="18404"/>
                    <a:pt x="5905" y="17204"/>
                  </a:cubicBezTo>
                  <a:cubicBezTo>
                    <a:pt x="6172" y="16970"/>
                    <a:pt x="6505" y="16703"/>
                    <a:pt x="6839" y="16470"/>
                  </a:cubicBezTo>
                  <a:close/>
                  <a:moveTo>
                    <a:pt x="18955" y="1"/>
                  </a:moveTo>
                  <a:cubicBezTo>
                    <a:pt x="15372" y="1"/>
                    <a:pt x="10577" y="1076"/>
                    <a:pt x="8273" y="3227"/>
                  </a:cubicBezTo>
                  <a:cubicBezTo>
                    <a:pt x="5905" y="5462"/>
                    <a:pt x="5805" y="9164"/>
                    <a:pt x="6739" y="12467"/>
                  </a:cubicBezTo>
                  <a:cubicBezTo>
                    <a:pt x="6005" y="13034"/>
                    <a:pt x="5738" y="14068"/>
                    <a:pt x="6172" y="14969"/>
                  </a:cubicBezTo>
                  <a:lnTo>
                    <a:pt x="6172" y="15002"/>
                  </a:lnTo>
                  <a:cubicBezTo>
                    <a:pt x="6305" y="15235"/>
                    <a:pt x="6505" y="15502"/>
                    <a:pt x="6739" y="15669"/>
                  </a:cubicBezTo>
                  <a:cubicBezTo>
                    <a:pt x="6172" y="15836"/>
                    <a:pt x="5671" y="16036"/>
                    <a:pt x="5137" y="16203"/>
                  </a:cubicBezTo>
                  <a:cubicBezTo>
                    <a:pt x="3269" y="16970"/>
                    <a:pt x="1368" y="18138"/>
                    <a:pt x="634" y="20006"/>
                  </a:cubicBezTo>
                  <a:cubicBezTo>
                    <a:pt x="0" y="21573"/>
                    <a:pt x="267" y="23475"/>
                    <a:pt x="1335" y="24809"/>
                  </a:cubicBezTo>
                  <a:cubicBezTo>
                    <a:pt x="1935" y="25510"/>
                    <a:pt x="2702" y="26043"/>
                    <a:pt x="3603" y="26343"/>
                  </a:cubicBezTo>
                  <a:cubicBezTo>
                    <a:pt x="3703" y="28211"/>
                    <a:pt x="4270" y="30013"/>
                    <a:pt x="5438" y="31480"/>
                  </a:cubicBezTo>
                  <a:cubicBezTo>
                    <a:pt x="6338" y="32581"/>
                    <a:pt x="7606" y="33415"/>
                    <a:pt x="9007" y="33849"/>
                  </a:cubicBezTo>
                  <a:cubicBezTo>
                    <a:pt x="9007" y="33182"/>
                    <a:pt x="9040" y="32481"/>
                    <a:pt x="9107" y="31814"/>
                  </a:cubicBezTo>
                  <a:cubicBezTo>
                    <a:pt x="8640" y="31214"/>
                    <a:pt x="8273" y="30546"/>
                    <a:pt x="8106" y="29879"/>
                  </a:cubicBezTo>
                  <a:cubicBezTo>
                    <a:pt x="7773" y="28745"/>
                    <a:pt x="7706" y="27644"/>
                    <a:pt x="7839" y="26477"/>
                  </a:cubicBezTo>
                  <a:lnTo>
                    <a:pt x="7839" y="26477"/>
                  </a:lnTo>
                  <a:cubicBezTo>
                    <a:pt x="8173" y="27644"/>
                    <a:pt x="8707" y="28712"/>
                    <a:pt x="9441" y="29713"/>
                  </a:cubicBezTo>
                  <a:cubicBezTo>
                    <a:pt x="10008" y="27111"/>
                    <a:pt x="11142" y="24576"/>
                    <a:pt x="13043" y="22174"/>
                  </a:cubicBezTo>
                  <a:cubicBezTo>
                    <a:pt x="18680" y="15202"/>
                    <a:pt x="19981" y="6796"/>
                    <a:pt x="19848" y="25"/>
                  </a:cubicBezTo>
                  <a:cubicBezTo>
                    <a:pt x="19561" y="9"/>
                    <a:pt x="19263" y="1"/>
                    <a:pt x="18955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291;p32">
              <a:extLst>
                <a:ext uri="{FF2B5EF4-FFF2-40B4-BE49-F238E27FC236}">
                  <a16:creationId xmlns:a16="http://schemas.microsoft.com/office/drawing/2014/main" id="{9FC15B61-61F9-6A62-6875-89F9ABE2FBA2}"/>
                </a:ext>
              </a:extLst>
            </p:cNvPr>
            <p:cNvSpPr/>
            <p:nvPr/>
          </p:nvSpPr>
          <p:spPr>
            <a:xfrm>
              <a:off x="6148800" y="3344040"/>
              <a:ext cx="911160" cy="1251000"/>
            </a:xfrm>
            <a:custGeom>
              <a:avLst/>
              <a:gdLst>
                <a:gd name="textAreaLeft" fmla="*/ 0 w 911160"/>
                <a:gd name="textAreaRight" fmla="*/ 911520 w 911160"/>
                <a:gd name="textAreaTop" fmla="*/ 0 h 1251000"/>
                <a:gd name="textAreaBottom" fmla="*/ 1251360 h 1251000"/>
              </a:gdLst>
              <a:ahLst/>
              <a:cxnLst/>
              <a:rect l="textAreaLeft" t="textAreaTop" r="textAreaRight" b="textAreaBottom"/>
              <a:pathLst>
                <a:path w="32991" h="45300">
                  <a:moveTo>
                    <a:pt x="24318" y="0"/>
                  </a:moveTo>
                  <a:cubicBezTo>
                    <a:pt x="23384" y="467"/>
                    <a:pt x="22516" y="1101"/>
                    <a:pt x="21849" y="1868"/>
                  </a:cubicBezTo>
                  <a:lnTo>
                    <a:pt x="9707" y="16846"/>
                  </a:lnTo>
                  <a:lnTo>
                    <a:pt x="13710" y="18981"/>
                  </a:lnTo>
                  <a:lnTo>
                    <a:pt x="0" y="37961"/>
                  </a:lnTo>
                  <a:lnTo>
                    <a:pt x="10141" y="45299"/>
                  </a:lnTo>
                  <a:lnTo>
                    <a:pt x="23183" y="27187"/>
                  </a:lnTo>
                  <a:lnTo>
                    <a:pt x="24818" y="24952"/>
                  </a:lnTo>
                  <a:lnTo>
                    <a:pt x="24951" y="25018"/>
                  </a:lnTo>
                  <a:cubicBezTo>
                    <a:pt x="25618" y="27020"/>
                    <a:pt x="26386" y="29121"/>
                    <a:pt x="27186" y="30856"/>
                  </a:cubicBezTo>
                  <a:lnTo>
                    <a:pt x="32957" y="17513"/>
                  </a:lnTo>
                  <a:cubicBezTo>
                    <a:pt x="32990" y="17513"/>
                    <a:pt x="26152" y="9507"/>
                    <a:pt x="24318" y="0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292;p32">
              <a:extLst>
                <a:ext uri="{FF2B5EF4-FFF2-40B4-BE49-F238E27FC236}">
                  <a16:creationId xmlns:a16="http://schemas.microsoft.com/office/drawing/2014/main" id="{F5CD2BA3-E4D4-39E2-0909-A4268F7410C8}"/>
                </a:ext>
              </a:extLst>
            </p:cNvPr>
            <p:cNvSpPr/>
            <p:nvPr/>
          </p:nvSpPr>
          <p:spPr>
            <a:xfrm>
              <a:off x="6204960" y="4708800"/>
              <a:ext cx="810720" cy="130680"/>
            </a:xfrm>
            <a:custGeom>
              <a:avLst/>
              <a:gdLst>
                <a:gd name="textAreaLeft" fmla="*/ 0 w 810720"/>
                <a:gd name="textAreaRight" fmla="*/ 811080 w 810720"/>
                <a:gd name="textAreaTop" fmla="*/ 0 h 130680"/>
                <a:gd name="textAreaBottom" fmla="*/ 131040 h 130680"/>
              </a:gdLst>
              <a:ahLst/>
              <a:cxnLst/>
              <a:rect l="textAreaLeft" t="textAreaTop" r="textAreaRight" b="textAreaBottom"/>
              <a:pathLst>
                <a:path w="29356" h="4738">
                  <a:moveTo>
                    <a:pt x="1" y="0"/>
                  </a:moveTo>
                  <a:lnTo>
                    <a:pt x="1" y="4737"/>
                  </a:lnTo>
                  <a:lnTo>
                    <a:pt x="27020" y="4737"/>
                  </a:lnTo>
                  <a:cubicBezTo>
                    <a:pt x="28321" y="4737"/>
                    <a:pt x="29355" y="3670"/>
                    <a:pt x="29355" y="2335"/>
                  </a:cubicBezTo>
                  <a:cubicBezTo>
                    <a:pt x="29355" y="1068"/>
                    <a:pt x="28321" y="0"/>
                    <a:pt x="2702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520" bIns="65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293;p32">
              <a:extLst>
                <a:ext uri="{FF2B5EF4-FFF2-40B4-BE49-F238E27FC236}">
                  <a16:creationId xmlns:a16="http://schemas.microsoft.com/office/drawing/2014/main" id="{DAB2AD1C-7149-D5E6-F4B3-25081DCDD775}"/>
                </a:ext>
              </a:extLst>
            </p:cNvPr>
            <p:cNvSpPr/>
            <p:nvPr/>
          </p:nvSpPr>
          <p:spPr>
            <a:xfrm>
              <a:off x="5432760" y="4016520"/>
              <a:ext cx="1155960" cy="822600"/>
            </a:xfrm>
            <a:custGeom>
              <a:avLst/>
              <a:gdLst>
                <a:gd name="textAreaLeft" fmla="*/ 0 w 1155960"/>
                <a:gd name="textAreaRight" fmla="*/ 1156320 w 115596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41864" h="29789">
                  <a:moveTo>
                    <a:pt x="3703" y="0"/>
                  </a:moveTo>
                  <a:cubicBezTo>
                    <a:pt x="1568" y="0"/>
                    <a:pt x="1" y="2002"/>
                    <a:pt x="434" y="4103"/>
                  </a:cubicBezTo>
                  <a:lnTo>
                    <a:pt x="5671" y="27186"/>
                  </a:lnTo>
                  <a:cubicBezTo>
                    <a:pt x="6005" y="28687"/>
                    <a:pt x="7373" y="29788"/>
                    <a:pt x="8907" y="29788"/>
                  </a:cubicBezTo>
                  <a:lnTo>
                    <a:pt x="38095" y="29788"/>
                  </a:lnTo>
                  <a:cubicBezTo>
                    <a:pt x="40263" y="29788"/>
                    <a:pt x="41864" y="27820"/>
                    <a:pt x="41364" y="25685"/>
                  </a:cubicBezTo>
                  <a:lnTo>
                    <a:pt x="36126" y="2602"/>
                  </a:lnTo>
                  <a:cubicBezTo>
                    <a:pt x="35793" y="1101"/>
                    <a:pt x="34425" y="0"/>
                    <a:pt x="3289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94;p32">
              <a:extLst>
                <a:ext uri="{FF2B5EF4-FFF2-40B4-BE49-F238E27FC236}">
                  <a16:creationId xmlns:a16="http://schemas.microsoft.com/office/drawing/2014/main" id="{81953B38-5C2D-EBC8-37A6-52C966ED9584}"/>
                </a:ext>
              </a:extLst>
            </p:cNvPr>
            <p:cNvSpPr/>
            <p:nvPr/>
          </p:nvSpPr>
          <p:spPr>
            <a:xfrm>
              <a:off x="6342480" y="4017600"/>
              <a:ext cx="338760" cy="822600"/>
            </a:xfrm>
            <a:custGeom>
              <a:avLst/>
              <a:gdLst>
                <a:gd name="textAreaLeft" fmla="*/ 0 w 338760"/>
                <a:gd name="textAreaRight" fmla="*/ 339120 w 33876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12276" h="29789">
                  <a:moveTo>
                    <a:pt x="0" y="1"/>
                  </a:moveTo>
                  <a:cubicBezTo>
                    <a:pt x="1535" y="1"/>
                    <a:pt x="2936" y="1101"/>
                    <a:pt x="3269" y="2602"/>
                  </a:cubicBezTo>
                  <a:lnTo>
                    <a:pt x="8473" y="25686"/>
                  </a:lnTo>
                  <a:cubicBezTo>
                    <a:pt x="8940" y="27787"/>
                    <a:pt x="7339" y="29788"/>
                    <a:pt x="5204" y="29788"/>
                  </a:cubicBezTo>
                  <a:lnTo>
                    <a:pt x="8540" y="29788"/>
                  </a:lnTo>
                  <a:cubicBezTo>
                    <a:pt x="10674" y="29755"/>
                    <a:pt x="12276" y="27787"/>
                    <a:pt x="11809" y="25686"/>
                  </a:cubicBezTo>
                  <a:lnTo>
                    <a:pt x="6605" y="2602"/>
                  </a:lnTo>
                  <a:cubicBezTo>
                    <a:pt x="6271" y="1068"/>
                    <a:pt x="4870" y="1"/>
                    <a:pt x="333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95;p32">
              <a:extLst>
                <a:ext uri="{FF2B5EF4-FFF2-40B4-BE49-F238E27FC236}">
                  <a16:creationId xmlns:a16="http://schemas.microsoft.com/office/drawing/2014/main" id="{A8280035-12A9-BACD-FE65-5F70E821A4E1}"/>
                </a:ext>
              </a:extLst>
            </p:cNvPr>
            <p:cNvSpPr/>
            <p:nvPr/>
          </p:nvSpPr>
          <p:spPr>
            <a:xfrm>
              <a:off x="5429160" y="4017600"/>
              <a:ext cx="1132920" cy="822600"/>
            </a:xfrm>
            <a:custGeom>
              <a:avLst/>
              <a:gdLst>
                <a:gd name="textAreaLeft" fmla="*/ 0 w 1132920"/>
                <a:gd name="textAreaRight" fmla="*/ 1133280 w 113292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41030" h="29789">
                  <a:moveTo>
                    <a:pt x="3836" y="1"/>
                  </a:moveTo>
                  <a:cubicBezTo>
                    <a:pt x="1701" y="1"/>
                    <a:pt x="134" y="2002"/>
                    <a:pt x="567" y="4103"/>
                  </a:cubicBezTo>
                  <a:lnTo>
                    <a:pt x="5804" y="27187"/>
                  </a:lnTo>
                  <a:cubicBezTo>
                    <a:pt x="6138" y="28754"/>
                    <a:pt x="7506" y="29788"/>
                    <a:pt x="9040" y="29788"/>
                  </a:cubicBezTo>
                  <a:lnTo>
                    <a:pt x="38228" y="29788"/>
                  </a:lnTo>
                  <a:cubicBezTo>
                    <a:pt x="39395" y="29755"/>
                    <a:pt x="40396" y="29155"/>
                    <a:pt x="41030" y="28287"/>
                  </a:cubicBezTo>
                  <a:cubicBezTo>
                    <a:pt x="0" y="28287"/>
                    <a:pt x="10141" y="2135"/>
                    <a:pt x="11742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296;p32">
              <a:extLst>
                <a:ext uri="{FF2B5EF4-FFF2-40B4-BE49-F238E27FC236}">
                  <a16:creationId xmlns:a16="http://schemas.microsoft.com/office/drawing/2014/main" id="{7A371266-8DD6-55D0-7B7A-E58E2B9D387D}"/>
                </a:ext>
              </a:extLst>
            </p:cNvPr>
            <p:cNvSpPr/>
            <p:nvPr/>
          </p:nvSpPr>
          <p:spPr>
            <a:xfrm>
              <a:off x="5803200" y="4273560"/>
              <a:ext cx="317520" cy="303840"/>
            </a:xfrm>
            <a:custGeom>
              <a:avLst/>
              <a:gdLst>
                <a:gd name="textAreaLeft" fmla="*/ 0 w 317520"/>
                <a:gd name="textAreaRight" fmla="*/ 317880 w 3175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11509" h="11009">
                  <a:moveTo>
                    <a:pt x="10341" y="1"/>
                  </a:moveTo>
                  <a:cubicBezTo>
                    <a:pt x="9007" y="1"/>
                    <a:pt x="7706" y="568"/>
                    <a:pt x="6672" y="1569"/>
                  </a:cubicBezTo>
                  <a:cubicBezTo>
                    <a:pt x="6138" y="1368"/>
                    <a:pt x="5504" y="1235"/>
                    <a:pt x="4870" y="1235"/>
                  </a:cubicBezTo>
                  <a:cubicBezTo>
                    <a:pt x="2168" y="1235"/>
                    <a:pt x="0" y="3437"/>
                    <a:pt x="0" y="6139"/>
                  </a:cubicBezTo>
                  <a:cubicBezTo>
                    <a:pt x="0" y="8840"/>
                    <a:pt x="2202" y="11009"/>
                    <a:pt x="4870" y="11009"/>
                  </a:cubicBezTo>
                  <a:cubicBezTo>
                    <a:pt x="7572" y="11009"/>
                    <a:pt x="9741" y="8807"/>
                    <a:pt x="9741" y="6139"/>
                  </a:cubicBezTo>
                  <a:cubicBezTo>
                    <a:pt x="9741" y="5672"/>
                    <a:pt x="9674" y="5238"/>
                    <a:pt x="9574" y="4838"/>
                  </a:cubicBezTo>
                  <a:cubicBezTo>
                    <a:pt x="9707" y="4704"/>
                    <a:pt x="9841" y="4637"/>
                    <a:pt x="9974" y="4504"/>
                  </a:cubicBezTo>
                  <a:cubicBezTo>
                    <a:pt x="11041" y="3403"/>
                    <a:pt x="11508" y="1735"/>
                    <a:pt x="11108" y="301"/>
                  </a:cubicBezTo>
                  <a:cubicBezTo>
                    <a:pt x="11041" y="134"/>
                    <a:pt x="10875" y="1"/>
                    <a:pt x="10708" y="1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297;p32">
              <a:extLst>
                <a:ext uri="{FF2B5EF4-FFF2-40B4-BE49-F238E27FC236}">
                  <a16:creationId xmlns:a16="http://schemas.microsoft.com/office/drawing/2014/main" id="{C984DC41-EAA2-E2D6-F6C8-B6F959356285}"/>
                </a:ext>
              </a:extLst>
            </p:cNvPr>
            <p:cNvSpPr/>
            <p:nvPr/>
          </p:nvSpPr>
          <p:spPr>
            <a:xfrm>
              <a:off x="5929560" y="4260960"/>
              <a:ext cx="204120" cy="186840"/>
            </a:xfrm>
            <a:custGeom>
              <a:avLst/>
              <a:gdLst>
                <a:gd name="textAreaLeft" fmla="*/ 0 w 204120"/>
                <a:gd name="textAreaRight" fmla="*/ 204480 w 20412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7406" h="6773">
                  <a:moveTo>
                    <a:pt x="6138" y="835"/>
                  </a:moveTo>
                  <a:cubicBezTo>
                    <a:pt x="6538" y="2169"/>
                    <a:pt x="6105" y="3637"/>
                    <a:pt x="5137" y="4637"/>
                  </a:cubicBezTo>
                  <a:cubicBezTo>
                    <a:pt x="4303" y="5471"/>
                    <a:pt x="3069" y="5872"/>
                    <a:pt x="1601" y="5872"/>
                  </a:cubicBezTo>
                  <a:cubicBezTo>
                    <a:pt x="1401" y="5872"/>
                    <a:pt x="1168" y="5872"/>
                    <a:pt x="934" y="5838"/>
                  </a:cubicBezTo>
                  <a:cubicBezTo>
                    <a:pt x="801" y="3303"/>
                    <a:pt x="3202" y="835"/>
                    <a:pt x="5771" y="835"/>
                  </a:cubicBezTo>
                  <a:close/>
                  <a:moveTo>
                    <a:pt x="5771" y="1"/>
                  </a:moveTo>
                  <a:cubicBezTo>
                    <a:pt x="4270" y="1"/>
                    <a:pt x="2802" y="668"/>
                    <a:pt x="1668" y="1835"/>
                  </a:cubicBezTo>
                  <a:cubicBezTo>
                    <a:pt x="601" y="3003"/>
                    <a:pt x="0" y="4471"/>
                    <a:pt x="100" y="5938"/>
                  </a:cubicBezTo>
                  <a:cubicBezTo>
                    <a:pt x="134" y="6339"/>
                    <a:pt x="467" y="6672"/>
                    <a:pt x="901" y="6706"/>
                  </a:cubicBezTo>
                  <a:cubicBezTo>
                    <a:pt x="1134" y="6706"/>
                    <a:pt x="1401" y="6772"/>
                    <a:pt x="1635" y="6772"/>
                  </a:cubicBezTo>
                  <a:cubicBezTo>
                    <a:pt x="3336" y="6772"/>
                    <a:pt x="4770" y="6205"/>
                    <a:pt x="5771" y="5271"/>
                  </a:cubicBezTo>
                  <a:cubicBezTo>
                    <a:pt x="6938" y="4104"/>
                    <a:pt x="7405" y="2236"/>
                    <a:pt x="6972" y="668"/>
                  </a:cubicBezTo>
                  <a:cubicBezTo>
                    <a:pt x="6905" y="334"/>
                    <a:pt x="6605" y="101"/>
                    <a:pt x="6238" y="34"/>
                  </a:cubicBezTo>
                  <a:cubicBezTo>
                    <a:pt x="6071" y="1"/>
                    <a:pt x="5904" y="1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298;p32">
              <a:extLst>
                <a:ext uri="{FF2B5EF4-FFF2-40B4-BE49-F238E27FC236}">
                  <a16:creationId xmlns:a16="http://schemas.microsoft.com/office/drawing/2014/main" id="{864A5556-2F94-A5A8-4A25-404D072F7449}"/>
                </a:ext>
              </a:extLst>
            </p:cNvPr>
            <p:cNvSpPr/>
            <p:nvPr/>
          </p:nvSpPr>
          <p:spPr>
            <a:xfrm>
              <a:off x="6872400" y="4448880"/>
              <a:ext cx="603360" cy="466200"/>
            </a:xfrm>
            <a:custGeom>
              <a:avLst/>
              <a:gdLst>
                <a:gd name="textAreaLeft" fmla="*/ 0 w 603360"/>
                <a:gd name="textAreaRight" fmla="*/ 603720 w 603360"/>
                <a:gd name="textAreaTop" fmla="*/ 0 h 466200"/>
                <a:gd name="textAreaBottom" fmla="*/ 466560 h 466200"/>
              </a:gdLst>
              <a:ahLst/>
              <a:cxnLst/>
              <a:rect l="textAreaLeft" t="textAreaTop" r="textAreaRight" b="textAreaBottom"/>
              <a:pathLst>
                <a:path w="21850" h="16886">
                  <a:moveTo>
                    <a:pt x="14778" y="1"/>
                  </a:moveTo>
                  <a:lnTo>
                    <a:pt x="3503" y="5905"/>
                  </a:lnTo>
                  <a:lnTo>
                    <a:pt x="468" y="12076"/>
                  </a:lnTo>
                  <a:cubicBezTo>
                    <a:pt x="1" y="13043"/>
                    <a:pt x="434" y="14211"/>
                    <a:pt x="1435" y="14678"/>
                  </a:cubicBezTo>
                  <a:cubicBezTo>
                    <a:pt x="1679" y="14773"/>
                    <a:pt x="1945" y="14824"/>
                    <a:pt x="2211" y="14824"/>
                  </a:cubicBezTo>
                  <a:cubicBezTo>
                    <a:pt x="2599" y="14824"/>
                    <a:pt x="2986" y="14715"/>
                    <a:pt x="3303" y="14478"/>
                  </a:cubicBezTo>
                  <a:lnTo>
                    <a:pt x="3803" y="14144"/>
                  </a:lnTo>
                  <a:lnTo>
                    <a:pt x="3803" y="14144"/>
                  </a:lnTo>
                  <a:cubicBezTo>
                    <a:pt x="3336" y="15045"/>
                    <a:pt x="3837" y="16146"/>
                    <a:pt x="4837" y="16379"/>
                  </a:cubicBezTo>
                  <a:lnTo>
                    <a:pt x="4937" y="16412"/>
                  </a:lnTo>
                  <a:cubicBezTo>
                    <a:pt x="5082" y="16457"/>
                    <a:pt x="5230" y="16479"/>
                    <a:pt x="5377" y="16479"/>
                  </a:cubicBezTo>
                  <a:cubicBezTo>
                    <a:pt x="5671" y="16479"/>
                    <a:pt x="5960" y="16390"/>
                    <a:pt x="6205" y="16212"/>
                  </a:cubicBezTo>
                  <a:lnTo>
                    <a:pt x="7206" y="15578"/>
                  </a:lnTo>
                  <a:lnTo>
                    <a:pt x="7206" y="15578"/>
                  </a:lnTo>
                  <a:cubicBezTo>
                    <a:pt x="7006" y="16146"/>
                    <a:pt x="7339" y="16713"/>
                    <a:pt x="7940" y="16846"/>
                  </a:cubicBezTo>
                  <a:cubicBezTo>
                    <a:pt x="8095" y="16873"/>
                    <a:pt x="8251" y="16886"/>
                    <a:pt x="8406" y="16886"/>
                  </a:cubicBezTo>
                  <a:cubicBezTo>
                    <a:pt x="9408" y="16886"/>
                    <a:pt x="10350" y="16337"/>
                    <a:pt x="10842" y="15412"/>
                  </a:cubicBezTo>
                  <a:lnTo>
                    <a:pt x="13177" y="11175"/>
                  </a:lnTo>
                  <a:lnTo>
                    <a:pt x="16079" y="9674"/>
                  </a:lnTo>
                  <a:lnTo>
                    <a:pt x="14678" y="14011"/>
                  </a:lnTo>
                  <a:cubicBezTo>
                    <a:pt x="14077" y="14811"/>
                    <a:pt x="14377" y="15912"/>
                    <a:pt x="15211" y="16412"/>
                  </a:cubicBezTo>
                  <a:cubicBezTo>
                    <a:pt x="15481" y="16565"/>
                    <a:pt x="15776" y="16639"/>
                    <a:pt x="16064" y="16639"/>
                  </a:cubicBezTo>
                  <a:cubicBezTo>
                    <a:pt x="16593" y="16639"/>
                    <a:pt x="17099" y="16388"/>
                    <a:pt x="17380" y="15912"/>
                  </a:cubicBezTo>
                  <a:lnTo>
                    <a:pt x="19948" y="12276"/>
                  </a:lnTo>
                  <a:lnTo>
                    <a:pt x="21849" y="5938"/>
                  </a:lnTo>
                  <a:lnTo>
                    <a:pt x="14778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299;p32">
              <a:extLst>
                <a:ext uri="{FF2B5EF4-FFF2-40B4-BE49-F238E27FC236}">
                  <a16:creationId xmlns:a16="http://schemas.microsoft.com/office/drawing/2014/main" id="{FFFA4A8E-73FC-7A1D-C05A-F616F4090DCE}"/>
                </a:ext>
              </a:extLst>
            </p:cNvPr>
            <p:cNvSpPr/>
            <p:nvPr/>
          </p:nvSpPr>
          <p:spPr>
            <a:xfrm>
              <a:off x="6968160" y="4593600"/>
              <a:ext cx="204120" cy="252720"/>
            </a:xfrm>
            <a:custGeom>
              <a:avLst/>
              <a:gdLst>
                <a:gd name="textAreaLeft" fmla="*/ 0 w 204120"/>
                <a:gd name="textAreaRight" fmla="*/ 204480 w 204120"/>
                <a:gd name="textAreaTop" fmla="*/ 0 h 252720"/>
                <a:gd name="textAreaBottom" fmla="*/ 253080 h 252720"/>
              </a:gdLst>
              <a:ahLst/>
              <a:cxnLst/>
              <a:rect l="textAreaLeft" t="textAreaTop" r="textAreaRight" b="textAreaBottom"/>
              <a:pathLst>
                <a:path w="7406" h="9165">
                  <a:moveTo>
                    <a:pt x="7114" y="0"/>
                  </a:moveTo>
                  <a:cubicBezTo>
                    <a:pt x="7062" y="0"/>
                    <a:pt x="7012" y="19"/>
                    <a:pt x="6972" y="58"/>
                  </a:cubicBezTo>
                  <a:lnTo>
                    <a:pt x="3903" y="2160"/>
                  </a:lnTo>
                  <a:cubicBezTo>
                    <a:pt x="3870" y="2160"/>
                    <a:pt x="3870" y="2227"/>
                    <a:pt x="3837" y="2260"/>
                  </a:cubicBezTo>
                  <a:lnTo>
                    <a:pt x="67" y="8765"/>
                  </a:lnTo>
                  <a:cubicBezTo>
                    <a:pt x="1" y="8898"/>
                    <a:pt x="34" y="9065"/>
                    <a:pt x="167" y="9132"/>
                  </a:cubicBezTo>
                  <a:cubicBezTo>
                    <a:pt x="201" y="9165"/>
                    <a:pt x="234" y="9165"/>
                    <a:pt x="301" y="9165"/>
                  </a:cubicBezTo>
                  <a:cubicBezTo>
                    <a:pt x="401" y="9165"/>
                    <a:pt x="501" y="9132"/>
                    <a:pt x="534" y="9065"/>
                  </a:cubicBezTo>
                  <a:lnTo>
                    <a:pt x="4237" y="2594"/>
                  </a:lnTo>
                  <a:lnTo>
                    <a:pt x="7239" y="492"/>
                  </a:lnTo>
                  <a:cubicBezTo>
                    <a:pt x="7373" y="425"/>
                    <a:pt x="7406" y="259"/>
                    <a:pt x="7339" y="125"/>
                  </a:cubicBezTo>
                  <a:cubicBezTo>
                    <a:pt x="7279" y="44"/>
                    <a:pt x="7194" y="0"/>
                    <a:pt x="7114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300;p32">
              <a:extLst>
                <a:ext uri="{FF2B5EF4-FFF2-40B4-BE49-F238E27FC236}">
                  <a16:creationId xmlns:a16="http://schemas.microsoft.com/office/drawing/2014/main" id="{7153FD27-8289-036E-C56B-044782416BC3}"/>
                </a:ext>
              </a:extLst>
            </p:cNvPr>
            <p:cNvSpPr/>
            <p:nvPr/>
          </p:nvSpPr>
          <p:spPr>
            <a:xfrm>
              <a:off x="7061040" y="4656600"/>
              <a:ext cx="181080" cy="230400"/>
            </a:xfrm>
            <a:custGeom>
              <a:avLst/>
              <a:gdLst>
                <a:gd name="textAreaLeft" fmla="*/ 0 w 181080"/>
                <a:gd name="textAreaRight" fmla="*/ 181440 w 18108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73" h="8351">
                  <a:moveTo>
                    <a:pt x="6250" y="1"/>
                  </a:moveTo>
                  <a:cubicBezTo>
                    <a:pt x="6188" y="1"/>
                    <a:pt x="6127" y="17"/>
                    <a:pt x="6072" y="45"/>
                  </a:cubicBezTo>
                  <a:lnTo>
                    <a:pt x="2703" y="2980"/>
                  </a:lnTo>
                  <a:cubicBezTo>
                    <a:pt x="2669" y="3014"/>
                    <a:pt x="2636" y="3014"/>
                    <a:pt x="2636" y="3047"/>
                  </a:cubicBezTo>
                  <a:lnTo>
                    <a:pt x="101" y="7950"/>
                  </a:lnTo>
                  <a:cubicBezTo>
                    <a:pt x="1" y="8050"/>
                    <a:pt x="101" y="8217"/>
                    <a:pt x="201" y="8317"/>
                  </a:cubicBezTo>
                  <a:cubicBezTo>
                    <a:pt x="268" y="8351"/>
                    <a:pt x="301" y="8351"/>
                    <a:pt x="334" y="8351"/>
                  </a:cubicBezTo>
                  <a:cubicBezTo>
                    <a:pt x="468" y="8351"/>
                    <a:pt x="534" y="8284"/>
                    <a:pt x="635" y="8217"/>
                  </a:cubicBezTo>
                  <a:lnTo>
                    <a:pt x="3136" y="3380"/>
                  </a:lnTo>
                  <a:lnTo>
                    <a:pt x="6472" y="512"/>
                  </a:lnTo>
                  <a:cubicBezTo>
                    <a:pt x="6572" y="378"/>
                    <a:pt x="6572" y="212"/>
                    <a:pt x="6505" y="111"/>
                  </a:cubicBezTo>
                  <a:cubicBezTo>
                    <a:pt x="6427" y="33"/>
                    <a:pt x="6338" y="1"/>
                    <a:pt x="6250" y="1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/>
          </p:nvPr>
        </p:nvSpPr>
        <p:spPr>
          <a:xfrm>
            <a:off x="350224" y="1172442"/>
            <a:ext cx="4033504" cy="3777772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2300" dirty="0">
                <a:solidFill>
                  <a:schemeClr val="accent1"/>
                </a:solidFill>
              </a:rPr>
              <a:t>Uses machine learning to predict traffic flow and congestion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300" dirty="0">
                <a:solidFill>
                  <a:schemeClr val="accent1"/>
                </a:solidFill>
              </a:rPr>
              <a:t>Thousands of cameras and sensors collect real-time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300" dirty="0">
                <a:solidFill>
                  <a:schemeClr val="accent1"/>
                </a:solidFill>
              </a:rPr>
              <a:t>Electronic Road Pricing (ERP) helps reduce traffic jams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300" dirty="0">
                <a:solidFill>
                  <a:schemeClr val="accent1"/>
                </a:solidFill>
              </a:rPr>
              <a:t>Government integrates transport systems into one smart network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45" y="0"/>
            <a:ext cx="7349526" cy="1293019"/>
          </a:xfrm>
        </p:spPr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Case Study – Singapore’s Smart Mobility</a:t>
            </a:r>
          </a:p>
        </p:txBody>
      </p:sp>
      <p:pic>
        <p:nvPicPr>
          <p:cNvPr id="4" name="image69c7cb952f63c" descr="image69c7cb952f641">
            <a:extLst>
              <a:ext uri="{FF2B5EF4-FFF2-40B4-BE49-F238E27FC236}">
                <a16:creationId xmlns:a16="http://schemas.microsoft.com/office/drawing/2014/main" id="{83D09F99-A5A9-629E-93A3-5ABCDB4CF89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0" y="1010265"/>
            <a:ext cx="4571640" cy="3805084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/>
          </p:nvPr>
        </p:nvSpPr>
        <p:spPr>
          <a:xfrm>
            <a:off x="538746" y="1314450"/>
            <a:ext cx="8066508" cy="270919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accent1"/>
                </a:solidFill>
              </a:rPr>
              <a:t>Reduced travel time through optimized traffic signals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accent1"/>
                </a:solidFill>
              </a:rPr>
              <a:t>Emergency vehicles receive priority routes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accent1"/>
                </a:solidFill>
              </a:rPr>
              <a:t>Lower fuel consumption and reduced pollution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accent1"/>
                </a:solidFill>
              </a:rPr>
              <a:t>Improved public transport scheduling and reliability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817" y="159657"/>
            <a:ext cx="7465280" cy="797403"/>
          </a:xfrm>
        </p:spPr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Key Benefits – Why Use AI?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/>
          </p:nvPr>
        </p:nvSpPr>
        <p:spPr>
          <a:xfrm>
            <a:off x="457380" y="1793081"/>
            <a:ext cx="8229240" cy="216725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accent1"/>
                </a:solidFill>
              </a:rPr>
              <a:t>High installation and maintenance costs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accent1"/>
                </a:solidFill>
              </a:rPr>
              <a:t>Difficulty integrating with older infrastructure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accent1"/>
                </a:solidFill>
              </a:rPr>
              <a:t>Need for skilled workforce to manage AI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accent1"/>
                </a:solidFill>
              </a:rPr>
              <a:t>Cybersecurity risks and system failures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816" y="154587"/>
            <a:ext cx="7175355" cy="1238784"/>
          </a:xfrm>
        </p:spPr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Implementation Challenges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/>
          </p:nvPr>
        </p:nvSpPr>
        <p:spPr>
          <a:xfrm>
            <a:off x="457380" y="1675194"/>
            <a:ext cx="8229240" cy="298296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Privacy concerns due to continuous monitoring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Risk of misuse of collected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Need to ensure fairness across all communities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Importance of transparency and regulations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702" y="152399"/>
            <a:ext cx="6964897" cy="1072851"/>
          </a:xfrm>
        </p:spPr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Ethical Considerations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/>
          </p:nvPr>
        </p:nvSpPr>
        <p:spPr>
          <a:xfrm>
            <a:off x="457380" y="2160540"/>
            <a:ext cx="8229240" cy="298296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Improved mobility for elderly and disabled citizens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Better urban planning and reduced congestion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Potential job loss in traditional transport roles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New job opportunities in tech and data fields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612" y="0"/>
            <a:ext cx="5818269" cy="1166212"/>
          </a:xfrm>
        </p:spPr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Societal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/>
          </p:nvPr>
        </p:nvSpPr>
        <p:spPr>
          <a:xfrm>
            <a:off x="338615" y="1131103"/>
            <a:ext cx="8229240" cy="375281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Digital twins for testing city changes virtually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Autonomous vehicles and smart public transport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Integration with renewable energy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Expansion of AI in urban planning and safety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130" y="94343"/>
            <a:ext cx="7030211" cy="1036760"/>
          </a:xfrm>
        </p:spPr>
        <p:txBody>
          <a:bodyPr/>
          <a:lstStyle/>
          <a:p>
            <a:pPr algn="ctr"/>
            <a:r>
              <a:rPr dirty="0">
                <a:solidFill>
                  <a:schemeClr val="accent1"/>
                </a:solidFill>
              </a:rPr>
              <a:t>Future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/>
          </p:nvPr>
        </p:nvSpPr>
        <p:spPr>
          <a:xfrm>
            <a:off x="378619" y="1428751"/>
            <a:ext cx="8229240" cy="325775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Focus on solving real problems for citizens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Ensure transparency in data collection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Invest in secure and scalable infrastructure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Encourage public awareness and participation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844" y="188684"/>
            <a:ext cx="5694897" cy="1065789"/>
          </a:xfrm>
        </p:spPr>
        <p:txBody>
          <a:bodyPr/>
          <a:lstStyle/>
          <a:p>
            <a:pPr algn="ctr"/>
            <a:r>
              <a:rPr dirty="0">
                <a:solidFill>
                  <a:schemeClr val="accent1"/>
                </a:solidFill>
              </a:rPr>
              <a:t>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/>
          </p:nvPr>
        </p:nvSpPr>
        <p:spPr>
          <a:xfrm>
            <a:off x="290286" y="1450181"/>
            <a:ext cx="8229240" cy="322641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AI acts as the brain of a smart city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Improves efficiency, safety, and sustainability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Singapore shows a successful real-world example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accent1"/>
                </a:solidFill>
              </a:rPr>
              <a:t>Future cities will rely heavily on AI-driven systems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903" y="212904"/>
            <a:ext cx="4639680" cy="1006049"/>
          </a:xfrm>
        </p:spPr>
        <p:txBody>
          <a:bodyPr/>
          <a:lstStyle/>
          <a:p>
            <a:pPr algn="ctr"/>
            <a:r>
              <a:rPr dirty="0">
                <a:solidFill>
                  <a:schemeClr val="accent1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F4E0-D596-19A3-BDF3-2023EDA3D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680" y="1096199"/>
            <a:ext cx="3865320" cy="1603457"/>
          </a:xfrm>
        </p:spPr>
        <p:txBody>
          <a:bodyPr/>
          <a:lstStyle/>
          <a:p>
            <a:r>
              <a:rPr lang="en" sz="5400" b="1" dirty="0">
                <a:solidFill>
                  <a:schemeClr val="accent1"/>
                </a:solidFill>
                <a:latin typeface="Orbitron"/>
                <a:ea typeface="Orbitron"/>
              </a:rPr>
              <a:t>Thank you!</a:t>
            </a:r>
            <a:endParaRPr lang="en-IN" sz="5400" dirty="0"/>
          </a:p>
        </p:txBody>
      </p:sp>
      <p:grpSp>
        <p:nvGrpSpPr>
          <p:cNvPr id="3" name="Google Shape;1652;p59">
            <a:extLst>
              <a:ext uri="{FF2B5EF4-FFF2-40B4-BE49-F238E27FC236}">
                <a16:creationId xmlns:a16="http://schemas.microsoft.com/office/drawing/2014/main" id="{E67A3A0C-3D36-FCF0-506F-116BFD3AD7D5}"/>
              </a:ext>
            </a:extLst>
          </p:cNvPr>
          <p:cNvGrpSpPr/>
          <p:nvPr/>
        </p:nvGrpSpPr>
        <p:grpSpPr>
          <a:xfrm>
            <a:off x="5284080" y="991440"/>
            <a:ext cx="3846600" cy="4129560"/>
            <a:chOff x="5284080" y="991440"/>
            <a:chExt cx="3846600" cy="4129560"/>
          </a:xfrm>
        </p:grpSpPr>
        <p:grpSp>
          <p:nvGrpSpPr>
            <p:cNvPr id="4" name="Google Shape;1653;p59">
              <a:extLst>
                <a:ext uri="{FF2B5EF4-FFF2-40B4-BE49-F238E27FC236}">
                  <a16:creationId xmlns:a16="http://schemas.microsoft.com/office/drawing/2014/main" id="{97063172-0F96-5D8F-4FA5-F6DF155BF88A}"/>
                </a:ext>
              </a:extLst>
            </p:cNvPr>
            <p:cNvGrpSpPr/>
            <p:nvPr/>
          </p:nvGrpSpPr>
          <p:grpSpPr>
            <a:xfrm>
              <a:off x="5290200" y="4284000"/>
              <a:ext cx="3840480" cy="837000"/>
              <a:chOff x="5290200" y="4284000"/>
              <a:chExt cx="3840480" cy="837000"/>
            </a:xfrm>
          </p:grpSpPr>
          <p:sp>
            <p:nvSpPr>
              <p:cNvPr id="114" name="Google Shape;1654;p59">
                <a:extLst>
                  <a:ext uri="{FF2B5EF4-FFF2-40B4-BE49-F238E27FC236}">
                    <a16:creationId xmlns:a16="http://schemas.microsoft.com/office/drawing/2014/main" id="{827FBE80-DDF4-5F1F-FAD1-9E207AA97C69}"/>
                  </a:ext>
                </a:extLst>
              </p:cNvPr>
              <p:cNvSpPr/>
              <p:nvPr/>
            </p:nvSpPr>
            <p:spPr>
              <a:xfrm>
                <a:off x="5290200" y="4839480"/>
                <a:ext cx="3840480" cy="281520"/>
              </a:xfrm>
              <a:custGeom>
                <a:avLst/>
                <a:gdLst>
                  <a:gd name="textAreaLeft" fmla="*/ 0 w 3840480"/>
                  <a:gd name="textAreaRight" fmla="*/ 3840840 w 3840480"/>
                  <a:gd name="textAreaTop" fmla="*/ 0 h 281520"/>
                  <a:gd name="textAreaBottom" fmla="*/ 281880 h 281520"/>
                </a:gdLst>
                <a:ahLst/>
                <a:cxnLst/>
                <a:rect l="textAreaLeft" t="textAreaTop" r="textAreaRight" b="textAreaBottom"/>
                <a:pathLst>
                  <a:path w="139033" h="10208">
                    <a:moveTo>
                      <a:pt x="0" y="0"/>
                    </a:moveTo>
                    <a:lnTo>
                      <a:pt x="0" y="10207"/>
                    </a:lnTo>
                    <a:lnTo>
                      <a:pt x="139033" y="10207"/>
                    </a:lnTo>
                    <a:lnTo>
                      <a:pt x="139033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" name="Google Shape;1655;p59">
                <a:extLst>
                  <a:ext uri="{FF2B5EF4-FFF2-40B4-BE49-F238E27FC236}">
                    <a16:creationId xmlns:a16="http://schemas.microsoft.com/office/drawing/2014/main" id="{508D8C46-CA2F-A26F-8D8F-93DE186D8735}"/>
                  </a:ext>
                </a:extLst>
              </p:cNvPr>
              <p:cNvSpPr/>
              <p:nvPr/>
            </p:nvSpPr>
            <p:spPr>
              <a:xfrm>
                <a:off x="5290200" y="4671000"/>
                <a:ext cx="3840480" cy="168480"/>
              </a:xfrm>
              <a:custGeom>
                <a:avLst/>
                <a:gdLst>
                  <a:gd name="textAreaLeft" fmla="*/ 0 w 3840480"/>
                  <a:gd name="textAreaRight" fmla="*/ 3840840 w 3840480"/>
                  <a:gd name="textAreaTop" fmla="*/ 0 h 168480"/>
                  <a:gd name="textAreaBottom" fmla="*/ 168840 h 168480"/>
                </a:gdLst>
                <a:ahLst/>
                <a:cxnLst/>
                <a:rect l="textAreaLeft" t="textAreaTop" r="textAreaRight" b="textAreaBottom"/>
                <a:pathLst>
                  <a:path w="139033" h="6106">
                    <a:moveTo>
                      <a:pt x="6071" y="1"/>
                    </a:moveTo>
                    <a:cubicBezTo>
                      <a:pt x="2702" y="1"/>
                      <a:pt x="0" y="2769"/>
                      <a:pt x="0" y="6105"/>
                    </a:cubicBezTo>
                    <a:lnTo>
                      <a:pt x="139033" y="6105"/>
                    </a:lnTo>
                    <a:cubicBezTo>
                      <a:pt x="139033" y="2769"/>
                      <a:pt x="136298" y="34"/>
                      <a:pt x="1329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240" bIns="84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" name="Google Shape;1656;p59">
                <a:extLst>
                  <a:ext uri="{FF2B5EF4-FFF2-40B4-BE49-F238E27FC236}">
                    <a16:creationId xmlns:a16="http://schemas.microsoft.com/office/drawing/2014/main" id="{E2EE107A-5775-F7D4-3FDB-E9734F173FB3}"/>
                  </a:ext>
                </a:extLst>
              </p:cNvPr>
              <p:cNvSpPr/>
              <p:nvPr/>
            </p:nvSpPr>
            <p:spPr>
              <a:xfrm>
                <a:off x="6701040" y="4284000"/>
                <a:ext cx="1158840" cy="386640"/>
              </a:xfrm>
              <a:custGeom>
                <a:avLst/>
                <a:gdLst>
                  <a:gd name="textAreaLeft" fmla="*/ 0 w 1158840"/>
                  <a:gd name="textAreaRight" fmla="*/ 1159200 w 115884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1964" h="14011">
                    <a:moveTo>
                      <a:pt x="8073" y="1"/>
                    </a:moveTo>
                    <a:lnTo>
                      <a:pt x="0" y="14011"/>
                    </a:lnTo>
                    <a:lnTo>
                      <a:pt x="41897" y="14011"/>
                    </a:lnTo>
                    <a:cubicBezTo>
                      <a:pt x="41897" y="14011"/>
                      <a:pt x="41963" y="6672"/>
                      <a:pt x="364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" name="Google Shape;1657;p59">
              <a:extLst>
                <a:ext uri="{FF2B5EF4-FFF2-40B4-BE49-F238E27FC236}">
                  <a16:creationId xmlns:a16="http://schemas.microsoft.com/office/drawing/2014/main" id="{785A6A54-6661-0D54-3606-E662FA5EB79C}"/>
                </a:ext>
              </a:extLst>
            </p:cNvPr>
            <p:cNvGrpSpPr/>
            <p:nvPr/>
          </p:nvGrpSpPr>
          <p:grpSpPr>
            <a:xfrm>
              <a:off x="5284080" y="991440"/>
              <a:ext cx="3622320" cy="3606120"/>
              <a:chOff x="5284080" y="991440"/>
              <a:chExt cx="3622320" cy="3606120"/>
            </a:xfrm>
          </p:grpSpPr>
          <p:sp>
            <p:nvSpPr>
              <p:cNvPr id="6" name="Google Shape;1658;p59">
                <a:extLst>
                  <a:ext uri="{FF2B5EF4-FFF2-40B4-BE49-F238E27FC236}">
                    <a16:creationId xmlns:a16="http://schemas.microsoft.com/office/drawing/2014/main" id="{45E63C93-3447-82E9-05AC-6783BA0F6DE4}"/>
                  </a:ext>
                </a:extLst>
              </p:cNvPr>
              <p:cNvSpPr/>
              <p:nvPr/>
            </p:nvSpPr>
            <p:spPr>
              <a:xfrm flipH="1">
                <a:off x="7380720" y="2059560"/>
                <a:ext cx="732600" cy="1171440"/>
              </a:xfrm>
              <a:custGeom>
                <a:avLst/>
                <a:gdLst>
                  <a:gd name="textAreaLeft" fmla="*/ -360 w 732600"/>
                  <a:gd name="textAreaRight" fmla="*/ 732600 w 732600"/>
                  <a:gd name="textAreaTop" fmla="*/ 0 h 1171440"/>
                  <a:gd name="textAreaBottom" fmla="*/ 1171800 h 1171440"/>
                </a:gdLst>
                <a:ahLst/>
                <a:cxnLst/>
                <a:rect l="textAreaLeft" t="textAreaTop" r="textAreaRight" b="textAreaBottom"/>
                <a:pathLst>
                  <a:path w="19765" h="31608">
                    <a:moveTo>
                      <a:pt x="8063" y="0"/>
                    </a:moveTo>
                    <a:cubicBezTo>
                      <a:pt x="6741" y="0"/>
                      <a:pt x="5416" y="295"/>
                      <a:pt x="4210" y="898"/>
                    </a:cubicBezTo>
                    <a:cubicBezTo>
                      <a:pt x="2984" y="1483"/>
                      <a:pt x="1924" y="2431"/>
                      <a:pt x="1367" y="3657"/>
                    </a:cubicBezTo>
                    <a:cubicBezTo>
                      <a:pt x="503" y="5608"/>
                      <a:pt x="1144" y="7866"/>
                      <a:pt x="1785" y="9901"/>
                    </a:cubicBezTo>
                    <a:cubicBezTo>
                      <a:pt x="2538" y="12326"/>
                      <a:pt x="3318" y="14724"/>
                      <a:pt x="4099" y="17177"/>
                    </a:cubicBezTo>
                    <a:cubicBezTo>
                      <a:pt x="4517" y="18487"/>
                      <a:pt x="4991" y="19853"/>
                      <a:pt x="5019" y="21246"/>
                    </a:cubicBezTo>
                    <a:cubicBezTo>
                      <a:pt x="5074" y="22640"/>
                      <a:pt x="4740" y="24090"/>
                      <a:pt x="3792" y="25149"/>
                    </a:cubicBezTo>
                    <a:cubicBezTo>
                      <a:pt x="3147" y="25832"/>
                      <a:pt x="2193" y="26256"/>
                      <a:pt x="1263" y="26256"/>
                    </a:cubicBezTo>
                    <a:cubicBezTo>
                      <a:pt x="825" y="26256"/>
                      <a:pt x="393" y="26162"/>
                      <a:pt x="1" y="25957"/>
                    </a:cubicBezTo>
                    <a:lnTo>
                      <a:pt x="1" y="25957"/>
                    </a:lnTo>
                    <a:cubicBezTo>
                      <a:pt x="2624" y="29387"/>
                      <a:pt x="6638" y="31608"/>
                      <a:pt x="10888" y="31608"/>
                    </a:cubicBezTo>
                    <a:cubicBezTo>
                      <a:pt x="11336" y="31608"/>
                      <a:pt x="11787" y="31583"/>
                      <a:pt x="12238" y="31532"/>
                    </a:cubicBezTo>
                    <a:cubicBezTo>
                      <a:pt x="13855" y="31365"/>
                      <a:pt x="15528" y="30836"/>
                      <a:pt x="16838" y="29776"/>
                    </a:cubicBezTo>
                    <a:cubicBezTo>
                      <a:pt x="18287" y="28578"/>
                      <a:pt x="19123" y="26710"/>
                      <a:pt x="19430" y="24842"/>
                    </a:cubicBezTo>
                    <a:cubicBezTo>
                      <a:pt x="19765" y="22947"/>
                      <a:pt x="19569" y="21051"/>
                      <a:pt x="19346" y="19128"/>
                    </a:cubicBezTo>
                    <a:cubicBezTo>
                      <a:pt x="18677" y="14584"/>
                      <a:pt x="17869" y="9650"/>
                      <a:pt x="16169" y="5441"/>
                    </a:cubicBezTo>
                    <a:cubicBezTo>
                      <a:pt x="15277" y="3211"/>
                      <a:pt x="13409" y="1399"/>
                      <a:pt x="11179" y="563"/>
                    </a:cubicBezTo>
                    <a:cubicBezTo>
                      <a:pt x="10185" y="190"/>
                      <a:pt x="9126" y="0"/>
                      <a:pt x="8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" name="Google Shape;1659;p59">
                <a:extLst>
                  <a:ext uri="{FF2B5EF4-FFF2-40B4-BE49-F238E27FC236}">
                    <a16:creationId xmlns:a16="http://schemas.microsoft.com/office/drawing/2014/main" id="{EC1905D2-4733-2612-96DD-8C3A663E2D7D}"/>
                  </a:ext>
                </a:extLst>
              </p:cNvPr>
              <p:cNvSpPr/>
              <p:nvPr/>
            </p:nvSpPr>
            <p:spPr>
              <a:xfrm flipH="1">
                <a:off x="7383960" y="2155320"/>
                <a:ext cx="455400" cy="1075680"/>
              </a:xfrm>
              <a:custGeom>
                <a:avLst/>
                <a:gdLst>
                  <a:gd name="textAreaLeft" fmla="*/ -360 w 455400"/>
                  <a:gd name="textAreaRight" fmla="*/ 455400 w 455400"/>
                  <a:gd name="textAreaTop" fmla="*/ 0 h 1075680"/>
                  <a:gd name="textAreaBottom" fmla="*/ 1076040 h 1075680"/>
                </a:gdLst>
                <a:ahLst/>
                <a:cxnLst/>
                <a:rect l="textAreaLeft" t="textAreaTop" r="textAreaRight" b="textAreaBottom"/>
                <a:pathLst>
                  <a:path w="12294" h="29025">
                    <a:moveTo>
                      <a:pt x="5951" y="1"/>
                    </a:moveTo>
                    <a:cubicBezTo>
                      <a:pt x="4200" y="1"/>
                      <a:pt x="2458" y="1025"/>
                      <a:pt x="1478" y="2519"/>
                    </a:cubicBezTo>
                    <a:cubicBezTo>
                      <a:pt x="168" y="4414"/>
                      <a:pt x="1" y="6867"/>
                      <a:pt x="503" y="9097"/>
                    </a:cubicBezTo>
                    <a:cubicBezTo>
                      <a:pt x="977" y="11327"/>
                      <a:pt x="2036" y="13390"/>
                      <a:pt x="3095" y="15425"/>
                    </a:cubicBezTo>
                    <a:cubicBezTo>
                      <a:pt x="4182" y="17432"/>
                      <a:pt x="5297" y="19523"/>
                      <a:pt x="5437" y="21836"/>
                    </a:cubicBezTo>
                    <a:cubicBezTo>
                      <a:pt x="5576" y="24261"/>
                      <a:pt x="4489" y="26742"/>
                      <a:pt x="2538" y="28303"/>
                    </a:cubicBezTo>
                    <a:cubicBezTo>
                      <a:pt x="2259" y="28526"/>
                      <a:pt x="1980" y="28721"/>
                      <a:pt x="1701" y="28917"/>
                    </a:cubicBezTo>
                    <a:cubicBezTo>
                      <a:pt x="2246" y="28990"/>
                      <a:pt x="2782" y="29025"/>
                      <a:pt x="3320" y="29025"/>
                    </a:cubicBezTo>
                    <a:cubicBezTo>
                      <a:pt x="3800" y="29025"/>
                      <a:pt x="4281" y="28997"/>
                      <a:pt x="4768" y="28944"/>
                    </a:cubicBezTo>
                    <a:cubicBezTo>
                      <a:pt x="6440" y="28777"/>
                      <a:pt x="8085" y="28275"/>
                      <a:pt x="9367" y="27188"/>
                    </a:cubicBezTo>
                    <a:cubicBezTo>
                      <a:pt x="10844" y="25990"/>
                      <a:pt x="11681" y="24122"/>
                      <a:pt x="11987" y="22254"/>
                    </a:cubicBezTo>
                    <a:cubicBezTo>
                      <a:pt x="12294" y="20359"/>
                      <a:pt x="12127" y="18408"/>
                      <a:pt x="11876" y="16540"/>
                    </a:cubicBezTo>
                    <a:cubicBezTo>
                      <a:pt x="11290" y="12024"/>
                      <a:pt x="10482" y="7090"/>
                      <a:pt x="8782" y="2881"/>
                    </a:cubicBezTo>
                    <a:cubicBezTo>
                      <a:pt x="8364" y="1850"/>
                      <a:pt x="7750" y="930"/>
                      <a:pt x="6970" y="121"/>
                    </a:cubicBezTo>
                    <a:cubicBezTo>
                      <a:pt x="6634" y="40"/>
                      <a:pt x="6292" y="1"/>
                      <a:pt x="595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" name="Google Shape;1660;p59">
                <a:extLst>
                  <a:ext uri="{FF2B5EF4-FFF2-40B4-BE49-F238E27FC236}">
                    <a16:creationId xmlns:a16="http://schemas.microsoft.com/office/drawing/2014/main" id="{3628B82B-3CC3-7076-009E-A15B6FC2FD6D}"/>
                  </a:ext>
                </a:extLst>
              </p:cNvPr>
              <p:cNvSpPr/>
              <p:nvPr/>
            </p:nvSpPr>
            <p:spPr>
              <a:xfrm flipH="1">
                <a:off x="6009120" y="2406600"/>
                <a:ext cx="803880" cy="1388520"/>
              </a:xfrm>
              <a:custGeom>
                <a:avLst/>
                <a:gdLst>
                  <a:gd name="textAreaLeft" fmla="*/ -360 w 803880"/>
                  <a:gd name="textAreaRight" fmla="*/ 803880 w 803880"/>
                  <a:gd name="textAreaTop" fmla="*/ 0 h 1388520"/>
                  <a:gd name="textAreaBottom" fmla="*/ 1388880 h 1388520"/>
                </a:gdLst>
                <a:ahLst/>
                <a:cxnLst/>
                <a:rect l="textAreaLeft" t="textAreaTop" r="textAreaRight" b="textAreaBottom"/>
                <a:pathLst>
                  <a:path w="21688" h="37457">
                    <a:moveTo>
                      <a:pt x="14553" y="0"/>
                    </a:moveTo>
                    <a:cubicBezTo>
                      <a:pt x="14202" y="0"/>
                      <a:pt x="13874" y="183"/>
                      <a:pt x="13687" y="537"/>
                    </a:cubicBezTo>
                    <a:cubicBezTo>
                      <a:pt x="12433" y="2962"/>
                      <a:pt x="11652" y="5611"/>
                      <a:pt x="11485" y="8370"/>
                    </a:cubicBezTo>
                    <a:cubicBezTo>
                      <a:pt x="10899" y="7534"/>
                      <a:pt x="10481" y="6586"/>
                      <a:pt x="10258" y="5611"/>
                    </a:cubicBezTo>
                    <a:cubicBezTo>
                      <a:pt x="10124" y="5101"/>
                      <a:pt x="9681" y="4773"/>
                      <a:pt x="9177" y="4773"/>
                    </a:cubicBezTo>
                    <a:cubicBezTo>
                      <a:pt x="9156" y="4773"/>
                      <a:pt x="9136" y="4773"/>
                      <a:pt x="9115" y="4774"/>
                    </a:cubicBezTo>
                    <a:lnTo>
                      <a:pt x="9087" y="4774"/>
                    </a:lnTo>
                    <a:cubicBezTo>
                      <a:pt x="8530" y="4858"/>
                      <a:pt x="8084" y="5332"/>
                      <a:pt x="8112" y="5889"/>
                    </a:cubicBezTo>
                    <a:cubicBezTo>
                      <a:pt x="8223" y="8565"/>
                      <a:pt x="9283" y="11269"/>
                      <a:pt x="11150" y="13220"/>
                    </a:cubicBezTo>
                    <a:lnTo>
                      <a:pt x="7582" y="26656"/>
                    </a:lnTo>
                    <a:lnTo>
                      <a:pt x="5296" y="23144"/>
                    </a:lnTo>
                    <a:lnTo>
                      <a:pt x="0" y="29862"/>
                    </a:lnTo>
                    <a:lnTo>
                      <a:pt x="3652" y="34880"/>
                    </a:lnTo>
                    <a:cubicBezTo>
                      <a:pt x="4831" y="36507"/>
                      <a:pt x="6729" y="37456"/>
                      <a:pt x="8704" y="37456"/>
                    </a:cubicBezTo>
                    <a:cubicBezTo>
                      <a:pt x="9063" y="37456"/>
                      <a:pt x="9424" y="37425"/>
                      <a:pt x="9784" y="37360"/>
                    </a:cubicBezTo>
                    <a:cubicBezTo>
                      <a:pt x="12739" y="36831"/>
                      <a:pt x="14913" y="34350"/>
                      <a:pt x="14997" y="31367"/>
                    </a:cubicBezTo>
                    <a:lnTo>
                      <a:pt x="15555" y="14196"/>
                    </a:lnTo>
                    <a:cubicBezTo>
                      <a:pt x="17199" y="12970"/>
                      <a:pt x="18314" y="11046"/>
                      <a:pt x="18593" y="9039"/>
                    </a:cubicBezTo>
                    <a:cubicBezTo>
                      <a:pt x="19541" y="8064"/>
                      <a:pt x="20516" y="7116"/>
                      <a:pt x="21464" y="6140"/>
                    </a:cubicBezTo>
                    <a:cubicBezTo>
                      <a:pt x="21687" y="5889"/>
                      <a:pt x="21659" y="5471"/>
                      <a:pt x="21408" y="5220"/>
                    </a:cubicBezTo>
                    <a:cubicBezTo>
                      <a:pt x="21311" y="5123"/>
                      <a:pt x="21164" y="5074"/>
                      <a:pt x="21011" y="5074"/>
                    </a:cubicBezTo>
                    <a:cubicBezTo>
                      <a:pt x="20858" y="5074"/>
                      <a:pt x="20698" y="5123"/>
                      <a:pt x="20572" y="5220"/>
                    </a:cubicBezTo>
                    <a:cubicBezTo>
                      <a:pt x="19792" y="5973"/>
                      <a:pt x="18900" y="6726"/>
                      <a:pt x="18119" y="7422"/>
                    </a:cubicBezTo>
                    <a:cubicBezTo>
                      <a:pt x="18844" y="6307"/>
                      <a:pt x="19652" y="5192"/>
                      <a:pt x="20572" y="4217"/>
                    </a:cubicBezTo>
                    <a:cubicBezTo>
                      <a:pt x="20962" y="3826"/>
                      <a:pt x="20934" y="3241"/>
                      <a:pt x="20572" y="2907"/>
                    </a:cubicBezTo>
                    <a:cubicBezTo>
                      <a:pt x="20395" y="2715"/>
                      <a:pt x="20155" y="2616"/>
                      <a:pt x="19910" y="2616"/>
                    </a:cubicBezTo>
                    <a:cubicBezTo>
                      <a:pt x="19694" y="2616"/>
                      <a:pt x="19473" y="2694"/>
                      <a:pt x="19290" y="2851"/>
                    </a:cubicBezTo>
                    <a:cubicBezTo>
                      <a:pt x="18258" y="3826"/>
                      <a:pt x="17283" y="4914"/>
                      <a:pt x="16502" y="6140"/>
                    </a:cubicBezTo>
                    <a:cubicBezTo>
                      <a:pt x="17088" y="4719"/>
                      <a:pt x="17980" y="3353"/>
                      <a:pt x="18983" y="2126"/>
                    </a:cubicBezTo>
                    <a:cubicBezTo>
                      <a:pt x="19373" y="1680"/>
                      <a:pt x="19290" y="983"/>
                      <a:pt x="18844" y="621"/>
                    </a:cubicBezTo>
                    <a:cubicBezTo>
                      <a:pt x="18650" y="475"/>
                      <a:pt x="18419" y="404"/>
                      <a:pt x="18192" y="404"/>
                    </a:cubicBezTo>
                    <a:cubicBezTo>
                      <a:pt x="17898" y="404"/>
                      <a:pt x="17611" y="524"/>
                      <a:pt x="17422" y="760"/>
                    </a:cubicBezTo>
                    <a:cubicBezTo>
                      <a:pt x="16112" y="2293"/>
                      <a:pt x="15053" y="3966"/>
                      <a:pt x="14300" y="5834"/>
                    </a:cubicBezTo>
                    <a:cubicBezTo>
                      <a:pt x="14495" y="4300"/>
                      <a:pt x="14858" y="2767"/>
                      <a:pt x="15471" y="1318"/>
                    </a:cubicBezTo>
                    <a:cubicBezTo>
                      <a:pt x="15638" y="844"/>
                      <a:pt x="15415" y="286"/>
                      <a:pt x="14941" y="63"/>
                    </a:cubicBezTo>
                    <a:lnTo>
                      <a:pt x="14913" y="63"/>
                    </a:lnTo>
                    <a:cubicBezTo>
                      <a:pt x="14794" y="21"/>
                      <a:pt x="14672" y="0"/>
                      <a:pt x="14553" y="0"/>
                    </a:cubicBez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" name="Google Shape;1661;p59">
                <a:extLst>
                  <a:ext uri="{FF2B5EF4-FFF2-40B4-BE49-F238E27FC236}">
                    <a16:creationId xmlns:a16="http://schemas.microsoft.com/office/drawing/2014/main" id="{3D9B2DD9-4E71-81F9-F599-4F0517BDF0DC}"/>
                  </a:ext>
                </a:extLst>
              </p:cNvPr>
              <p:cNvSpPr/>
              <p:nvPr/>
            </p:nvSpPr>
            <p:spPr>
              <a:xfrm flipH="1">
                <a:off x="6529320" y="3373200"/>
                <a:ext cx="75240" cy="243720"/>
              </a:xfrm>
              <a:custGeom>
                <a:avLst/>
                <a:gdLst>
                  <a:gd name="textAreaLeft" fmla="*/ -360 w 75240"/>
                  <a:gd name="textAreaRight" fmla="*/ 75240 w 7524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2036" h="6580">
                    <a:moveTo>
                      <a:pt x="1646" y="1"/>
                    </a:moveTo>
                    <a:cubicBezTo>
                      <a:pt x="531" y="1311"/>
                      <a:pt x="1" y="3095"/>
                      <a:pt x="252" y="4795"/>
                    </a:cubicBezTo>
                    <a:lnTo>
                      <a:pt x="447" y="6580"/>
                    </a:lnTo>
                    <a:lnTo>
                      <a:pt x="2036" y="586"/>
                    </a:lnTo>
                    <a:lnTo>
                      <a:pt x="1646" y="1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" name="Google Shape;1662;p59">
                <a:extLst>
                  <a:ext uri="{FF2B5EF4-FFF2-40B4-BE49-F238E27FC236}">
                    <a16:creationId xmlns:a16="http://schemas.microsoft.com/office/drawing/2014/main" id="{150911EB-3BD7-F643-CC04-5DE50BA976CD}"/>
                  </a:ext>
                </a:extLst>
              </p:cNvPr>
              <p:cNvSpPr/>
              <p:nvPr/>
            </p:nvSpPr>
            <p:spPr>
              <a:xfrm flipH="1">
                <a:off x="6234480" y="2711160"/>
                <a:ext cx="153000" cy="157680"/>
              </a:xfrm>
              <a:custGeom>
                <a:avLst/>
                <a:gdLst>
                  <a:gd name="textAreaLeft" fmla="*/ -360 w 153000"/>
                  <a:gd name="textAreaRight" fmla="*/ 153000 w 15300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w="4133" h="4258">
                    <a:moveTo>
                      <a:pt x="628" y="1"/>
                    </a:moveTo>
                    <a:cubicBezTo>
                      <a:pt x="393" y="1"/>
                      <a:pt x="177" y="44"/>
                      <a:pt x="1" y="132"/>
                    </a:cubicBezTo>
                    <a:cubicBezTo>
                      <a:pt x="2593" y="634"/>
                      <a:pt x="2928" y="3477"/>
                      <a:pt x="2677" y="4258"/>
                    </a:cubicBezTo>
                    <a:cubicBezTo>
                      <a:pt x="4133" y="1537"/>
                      <a:pt x="2032" y="1"/>
                      <a:pt x="628" y="1"/>
                    </a:cubicBez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8840" bIns="78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" name="Google Shape;1663;p59">
                <a:extLst>
                  <a:ext uri="{FF2B5EF4-FFF2-40B4-BE49-F238E27FC236}">
                    <a16:creationId xmlns:a16="http://schemas.microsoft.com/office/drawing/2014/main" id="{38B58273-6A64-3DE6-87B6-2C8540F45439}"/>
                  </a:ext>
                </a:extLst>
              </p:cNvPr>
              <p:cNvSpPr/>
              <p:nvPr/>
            </p:nvSpPr>
            <p:spPr>
              <a:xfrm flipH="1">
                <a:off x="6615000" y="3264840"/>
                <a:ext cx="196200" cy="378000"/>
              </a:xfrm>
              <a:custGeom>
                <a:avLst/>
                <a:gdLst>
                  <a:gd name="textAreaLeft" fmla="*/ -360 w 196200"/>
                  <a:gd name="textAreaRight" fmla="*/ 196200 w 196200"/>
                  <a:gd name="textAreaTop" fmla="*/ 0 h 378000"/>
                  <a:gd name="textAreaBottom" fmla="*/ 378360 h 378000"/>
                </a:gdLst>
                <a:ahLst/>
                <a:cxnLst/>
                <a:rect l="textAreaLeft" t="textAreaTop" r="textAreaRight" b="textAreaBottom"/>
                <a:pathLst>
                  <a:path w="5298" h="10203">
                    <a:moveTo>
                      <a:pt x="5297" y="0"/>
                    </a:moveTo>
                    <a:lnTo>
                      <a:pt x="1" y="6718"/>
                    </a:lnTo>
                    <a:lnTo>
                      <a:pt x="2538" y="10202"/>
                    </a:lnTo>
                    <a:lnTo>
                      <a:pt x="2342" y="9060"/>
                    </a:lnTo>
                    <a:cubicBezTo>
                      <a:pt x="2036" y="7415"/>
                      <a:pt x="2259" y="5742"/>
                      <a:pt x="3039" y="4293"/>
                    </a:cubicBezTo>
                    <a:lnTo>
                      <a:pt x="5297" y="0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" name="Google Shape;1664;p59">
                <a:extLst>
                  <a:ext uri="{FF2B5EF4-FFF2-40B4-BE49-F238E27FC236}">
                    <a16:creationId xmlns:a16="http://schemas.microsoft.com/office/drawing/2014/main" id="{753824DA-BC7D-444E-2E75-E4A796F29C5A}"/>
                  </a:ext>
                </a:extLst>
              </p:cNvPr>
              <p:cNvSpPr/>
              <p:nvPr/>
            </p:nvSpPr>
            <p:spPr>
              <a:xfrm flipH="1">
                <a:off x="6593040" y="2991240"/>
                <a:ext cx="1540440" cy="1606320"/>
              </a:xfrm>
              <a:custGeom>
                <a:avLst/>
                <a:gdLst>
                  <a:gd name="textAreaLeft" fmla="*/ -360 w 1540440"/>
                  <a:gd name="textAreaRight" fmla="*/ 1540440 w 1540440"/>
                  <a:gd name="textAreaTop" fmla="*/ 0 h 1606320"/>
                  <a:gd name="textAreaBottom" fmla="*/ 1606680 h 1606320"/>
                </a:gdLst>
                <a:ahLst/>
                <a:cxnLst/>
                <a:rect l="textAreaLeft" t="textAreaTop" r="textAreaRight" b="textAreaBottom"/>
                <a:pathLst>
                  <a:path w="41563" h="43336">
                    <a:moveTo>
                      <a:pt x="32246" y="0"/>
                    </a:moveTo>
                    <a:cubicBezTo>
                      <a:pt x="31399" y="0"/>
                      <a:pt x="30545" y="135"/>
                      <a:pt x="29716" y="411"/>
                    </a:cubicBezTo>
                    <a:cubicBezTo>
                      <a:pt x="30022" y="2362"/>
                      <a:pt x="29381" y="4425"/>
                      <a:pt x="28071" y="5903"/>
                    </a:cubicBezTo>
                    <a:cubicBezTo>
                      <a:pt x="26510" y="7715"/>
                      <a:pt x="24113" y="8662"/>
                      <a:pt x="21743" y="8774"/>
                    </a:cubicBezTo>
                    <a:cubicBezTo>
                      <a:pt x="21605" y="8779"/>
                      <a:pt x="21466" y="8782"/>
                      <a:pt x="21327" y="8782"/>
                    </a:cubicBezTo>
                    <a:cubicBezTo>
                      <a:pt x="20031" y="8782"/>
                      <a:pt x="18692" y="8542"/>
                      <a:pt x="17534" y="7938"/>
                    </a:cubicBezTo>
                    <a:cubicBezTo>
                      <a:pt x="16196" y="7269"/>
                      <a:pt x="15081" y="6237"/>
                      <a:pt x="14496" y="4899"/>
                    </a:cubicBezTo>
                    <a:cubicBezTo>
                      <a:pt x="14050" y="3868"/>
                      <a:pt x="13910" y="2697"/>
                      <a:pt x="13910" y="1554"/>
                    </a:cubicBezTo>
                    <a:lnTo>
                      <a:pt x="10621" y="1275"/>
                    </a:lnTo>
                    <a:cubicBezTo>
                      <a:pt x="10438" y="1261"/>
                      <a:pt x="10256" y="1254"/>
                      <a:pt x="10074" y="1254"/>
                    </a:cubicBezTo>
                    <a:cubicBezTo>
                      <a:pt x="7740" y="1254"/>
                      <a:pt x="5561" y="2408"/>
                      <a:pt x="4293" y="4425"/>
                    </a:cubicBezTo>
                    <a:lnTo>
                      <a:pt x="0" y="11032"/>
                    </a:lnTo>
                    <a:lnTo>
                      <a:pt x="6997" y="15324"/>
                    </a:lnTo>
                    <a:lnTo>
                      <a:pt x="9506" y="18419"/>
                    </a:lnTo>
                    <a:lnTo>
                      <a:pt x="10509" y="20481"/>
                    </a:lnTo>
                    <a:cubicBezTo>
                      <a:pt x="13018" y="25555"/>
                      <a:pt x="13074" y="31548"/>
                      <a:pt x="10482" y="36621"/>
                    </a:cubicBezTo>
                    <a:cubicBezTo>
                      <a:pt x="10175" y="37207"/>
                      <a:pt x="9367" y="38656"/>
                      <a:pt x="9032" y="39214"/>
                    </a:cubicBezTo>
                    <a:cubicBezTo>
                      <a:pt x="11429" y="41639"/>
                      <a:pt x="18315" y="41555"/>
                      <a:pt x="20099" y="42336"/>
                    </a:cubicBezTo>
                    <a:cubicBezTo>
                      <a:pt x="21707" y="43017"/>
                      <a:pt x="23480" y="43335"/>
                      <a:pt x="25281" y="43335"/>
                    </a:cubicBezTo>
                    <a:cubicBezTo>
                      <a:pt x="28786" y="43335"/>
                      <a:pt x="32398" y="42130"/>
                      <a:pt x="35123" y="40050"/>
                    </a:cubicBezTo>
                    <a:cubicBezTo>
                      <a:pt x="35123" y="40050"/>
                      <a:pt x="36294" y="31910"/>
                      <a:pt x="36127" y="23659"/>
                    </a:cubicBezTo>
                    <a:cubicBezTo>
                      <a:pt x="36127" y="22711"/>
                      <a:pt x="36434" y="21792"/>
                      <a:pt x="36991" y="21039"/>
                    </a:cubicBezTo>
                    <a:cubicBezTo>
                      <a:pt x="38468" y="19116"/>
                      <a:pt x="38719" y="16495"/>
                      <a:pt x="37604" y="14377"/>
                    </a:cubicBezTo>
                    <a:lnTo>
                      <a:pt x="36712" y="12676"/>
                    </a:lnTo>
                    <a:lnTo>
                      <a:pt x="41563" y="6516"/>
                    </a:lnTo>
                    <a:lnTo>
                      <a:pt x="38162" y="2669"/>
                    </a:lnTo>
                    <a:cubicBezTo>
                      <a:pt x="36647" y="932"/>
                      <a:pt x="34474" y="0"/>
                      <a:pt x="322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1665;p59">
                <a:extLst>
                  <a:ext uri="{FF2B5EF4-FFF2-40B4-BE49-F238E27FC236}">
                    <a16:creationId xmlns:a16="http://schemas.microsoft.com/office/drawing/2014/main" id="{8822ED5E-B091-57E6-852D-BB685AF735D1}"/>
                  </a:ext>
                </a:extLst>
              </p:cNvPr>
              <p:cNvSpPr/>
              <p:nvPr/>
            </p:nvSpPr>
            <p:spPr>
              <a:xfrm flipH="1">
                <a:off x="6874920" y="3739320"/>
                <a:ext cx="617760" cy="110160"/>
              </a:xfrm>
              <a:custGeom>
                <a:avLst/>
                <a:gdLst>
                  <a:gd name="textAreaLeft" fmla="*/ 360 w 617760"/>
                  <a:gd name="textAreaRight" fmla="*/ 618480 w 617760"/>
                  <a:gd name="textAreaTop" fmla="*/ 0 h 110160"/>
                  <a:gd name="textAreaBottom" fmla="*/ 110520 h 110160"/>
                </a:gdLst>
                <a:ahLst/>
                <a:cxnLst/>
                <a:rect l="textAreaLeft" t="textAreaTop" r="textAreaRight" b="textAreaBottom"/>
                <a:pathLst>
                  <a:path w="16670" h="2977">
                    <a:moveTo>
                      <a:pt x="8434" y="1"/>
                    </a:moveTo>
                    <a:cubicBezTo>
                      <a:pt x="7973" y="1"/>
                      <a:pt x="7523" y="88"/>
                      <a:pt x="7108" y="300"/>
                    </a:cubicBezTo>
                    <a:cubicBezTo>
                      <a:pt x="6328" y="719"/>
                      <a:pt x="5826" y="1583"/>
                      <a:pt x="4962" y="1861"/>
                    </a:cubicBezTo>
                    <a:cubicBezTo>
                      <a:pt x="4693" y="1957"/>
                      <a:pt x="4415" y="1991"/>
                      <a:pt x="4131" y="1991"/>
                    </a:cubicBezTo>
                    <a:cubicBezTo>
                      <a:pt x="3590" y="1991"/>
                      <a:pt x="3029" y="1870"/>
                      <a:pt x="2481" y="1834"/>
                    </a:cubicBezTo>
                    <a:cubicBezTo>
                      <a:pt x="2455" y="1833"/>
                      <a:pt x="2428" y="1832"/>
                      <a:pt x="2401" y="1832"/>
                    </a:cubicBezTo>
                    <a:cubicBezTo>
                      <a:pt x="1558" y="1832"/>
                      <a:pt x="243" y="2247"/>
                      <a:pt x="0" y="2976"/>
                    </a:cubicBezTo>
                    <a:cubicBezTo>
                      <a:pt x="3036" y="2593"/>
                      <a:pt x="6097" y="2404"/>
                      <a:pt x="9161" y="2404"/>
                    </a:cubicBezTo>
                    <a:cubicBezTo>
                      <a:pt x="11666" y="2404"/>
                      <a:pt x="14174" y="2530"/>
                      <a:pt x="16669" y="2781"/>
                    </a:cubicBezTo>
                    <a:cubicBezTo>
                      <a:pt x="16419" y="2363"/>
                      <a:pt x="15973" y="2029"/>
                      <a:pt x="15471" y="1973"/>
                    </a:cubicBezTo>
                    <a:cubicBezTo>
                      <a:pt x="14997" y="1889"/>
                      <a:pt x="14551" y="1945"/>
                      <a:pt x="14049" y="1861"/>
                    </a:cubicBezTo>
                    <a:cubicBezTo>
                      <a:pt x="12823" y="1722"/>
                      <a:pt x="11763" y="1053"/>
                      <a:pt x="10648" y="523"/>
                    </a:cubicBezTo>
                    <a:cubicBezTo>
                      <a:pt x="9958" y="230"/>
                      <a:pt x="9183" y="1"/>
                      <a:pt x="8434" y="1"/>
                    </a:cubicBezTo>
                    <a:close/>
                  </a:path>
                </a:pathLst>
              </a:custGeom>
              <a:solidFill>
                <a:srgbClr val="E4E4E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5080" bIns="55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1666;p59">
                <a:extLst>
                  <a:ext uri="{FF2B5EF4-FFF2-40B4-BE49-F238E27FC236}">
                    <a16:creationId xmlns:a16="http://schemas.microsoft.com/office/drawing/2014/main" id="{2FD3F2A2-AEE9-55F2-FB85-6454076D7CE8}"/>
                  </a:ext>
                </a:extLst>
              </p:cNvPr>
              <p:cNvSpPr/>
              <p:nvPr/>
            </p:nvSpPr>
            <p:spPr>
              <a:xfrm flipH="1">
                <a:off x="6689880" y="3223440"/>
                <a:ext cx="205200" cy="238320"/>
              </a:xfrm>
              <a:custGeom>
                <a:avLst/>
                <a:gdLst>
                  <a:gd name="textAreaLeft" fmla="*/ 360 w 205200"/>
                  <a:gd name="textAreaRight" fmla="*/ 205920 w 205200"/>
                  <a:gd name="textAreaTop" fmla="*/ 0 h 238320"/>
                  <a:gd name="textAreaBottom" fmla="*/ 238680 h 238320"/>
                </a:gdLst>
                <a:ahLst/>
                <a:cxnLst/>
                <a:rect l="textAreaLeft" t="textAreaTop" r="textAreaRight" b="textAreaBottom"/>
                <a:pathLst>
                  <a:path w="5549" h="6440">
                    <a:moveTo>
                      <a:pt x="1" y="0"/>
                    </a:moveTo>
                    <a:lnTo>
                      <a:pt x="3346" y="6439"/>
                    </a:lnTo>
                    <a:lnTo>
                      <a:pt x="5548" y="3680"/>
                    </a:lnTo>
                    <a:lnTo>
                      <a:pt x="4099" y="4376"/>
                    </a:lnTo>
                    <a:cubicBezTo>
                      <a:pt x="4011" y="4416"/>
                      <a:pt x="3916" y="4436"/>
                      <a:pt x="3821" y="4436"/>
                    </a:cubicBezTo>
                    <a:cubicBezTo>
                      <a:pt x="3586" y="4436"/>
                      <a:pt x="3354" y="4316"/>
                      <a:pt x="3235" y="4098"/>
                    </a:cubicBezTo>
                    <a:cubicBezTo>
                      <a:pt x="2482" y="2592"/>
                      <a:pt x="1423" y="1282"/>
                      <a:pt x="168" y="16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4E4E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" name="Google Shape;1667;p59">
                <a:extLst>
                  <a:ext uri="{FF2B5EF4-FFF2-40B4-BE49-F238E27FC236}">
                    <a16:creationId xmlns:a16="http://schemas.microsoft.com/office/drawing/2014/main" id="{0B02AB69-E863-8C72-89E3-81F27B35944A}"/>
                  </a:ext>
                </a:extLst>
              </p:cNvPr>
              <p:cNvSpPr/>
              <p:nvPr/>
            </p:nvSpPr>
            <p:spPr>
              <a:xfrm flipH="1">
                <a:off x="7019640" y="2799720"/>
                <a:ext cx="599040" cy="518040"/>
              </a:xfrm>
              <a:custGeom>
                <a:avLst/>
                <a:gdLst>
                  <a:gd name="textAreaLeft" fmla="*/ 360 w 599040"/>
                  <a:gd name="textAreaRight" fmla="*/ 599760 w 599040"/>
                  <a:gd name="textAreaTop" fmla="*/ 0 h 518040"/>
                  <a:gd name="textAreaBottom" fmla="*/ 518400 h 518040"/>
                </a:gdLst>
                <a:ahLst/>
                <a:cxnLst/>
                <a:rect l="textAreaLeft" t="textAreaTop" r="textAreaRight" b="textAreaBottom"/>
                <a:pathLst>
                  <a:path w="16168" h="13982">
                    <a:moveTo>
                      <a:pt x="4711" y="0"/>
                    </a:moveTo>
                    <a:lnTo>
                      <a:pt x="4182" y="7136"/>
                    </a:lnTo>
                    <a:lnTo>
                      <a:pt x="28" y="6746"/>
                    </a:lnTo>
                    <a:lnTo>
                      <a:pt x="28" y="6746"/>
                    </a:lnTo>
                    <a:cubicBezTo>
                      <a:pt x="0" y="7917"/>
                      <a:pt x="140" y="9060"/>
                      <a:pt x="613" y="10091"/>
                    </a:cubicBezTo>
                    <a:cubicBezTo>
                      <a:pt x="1255" y="11429"/>
                      <a:pt x="2370" y="12460"/>
                      <a:pt x="3652" y="13129"/>
                    </a:cubicBezTo>
                    <a:cubicBezTo>
                      <a:pt x="4776" y="13716"/>
                      <a:pt x="6051" y="13981"/>
                      <a:pt x="7325" y="13981"/>
                    </a:cubicBezTo>
                    <a:cubicBezTo>
                      <a:pt x="7504" y="13981"/>
                      <a:pt x="7683" y="13976"/>
                      <a:pt x="7861" y="13966"/>
                    </a:cubicBezTo>
                    <a:cubicBezTo>
                      <a:pt x="10230" y="13854"/>
                      <a:pt x="12656" y="12879"/>
                      <a:pt x="14217" y="11122"/>
                    </a:cubicBezTo>
                    <a:cubicBezTo>
                      <a:pt x="15499" y="9617"/>
                      <a:pt x="16168" y="7526"/>
                      <a:pt x="15861" y="5603"/>
                    </a:cubicBezTo>
                    <a:lnTo>
                      <a:pt x="15861" y="5603"/>
                    </a:lnTo>
                    <a:lnTo>
                      <a:pt x="12182" y="6857"/>
                    </a:lnTo>
                    <a:lnTo>
                      <a:pt x="12182" y="3039"/>
                    </a:lnTo>
                    <a:lnTo>
                      <a:pt x="4711" y="0"/>
                    </a:ln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1668;p59">
                <a:extLst>
                  <a:ext uri="{FF2B5EF4-FFF2-40B4-BE49-F238E27FC236}">
                    <a16:creationId xmlns:a16="http://schemas.microsoft.com/office/drawing/2014/main" id="{6CA8781B-359D-0882-B35E-8D00DC815EA9}"/>
                  </a:ext>
                </a:extLst>
              </p:cNvPr>
              <p:cNvSpPr/>
              <p:nvPr/>
            </p:nvSpPr>
            <p:spPr>
              <a:xfrm flipH="1">
                <a:off x="7166880" y="2799720"/>
                <a:ext cx="279720" cy="231840"/>
              </a:xfrm>
              <a:custGeom>
                <a:avLst/>
                <a:gdLst>
                  <a:gd name="textAreaLeft" fmla="*/ -360 w 279720"/>
                  <a:gd name="textAreaRight" fmla="*/ 279720 w 279720"/>
                  <a:gd name="textAreaTop" fmla="*/ 0 h 231840"/>
                  <a:gd name="textAreaBottom" fmla="*/ 232200 h 231840"/>
                </a:gdLst>
                <a:ahLst/>
                <a:cxnLst/>
                <a:rect l="textAreaLeft" t="textAreaTop" r="textAreaRight" b="textAreaBottom"/>
                <a:pathLst>
                  <a:path w="7555" h="6265">
                    <a:moveTo>
                      <a:pt x="84" y="0"/>
                    </a:moveTo>
                    <a:lnTo>
                      <a:pt x="1" y="725"/>
                    </a:lnTo>
                    <a:cubicBezTo>
                      <a:pt x="363" y="1728"/>
                      <a:pt x="809" y="2676"/>
                      <a:pt x="1422" y="3512"/>
                    </a:cubicBezTo>
                    <a:cubicBezTo>
                      <a:pt x="2314" y="4655"/>
                      <a:pt x="3485" y="5603"/>
                      <a:pt x="4879" y="6021"/>
                    </a:cubicBezTo>
                    <a:cubicBezTo>
                      <a:pt x="5393" y="6187"/>
                      <a:pt x="5927" y="6264"/>
                      <a:pt x="6462" y="6264"/>
                    </a:cubicBezTo>
                    <a:cubicBezTo>
                      <a:pt x="6827" y="6264"/>
                      <a:pt x="7193" y="6228"/>
                      <a:pt x="7555" y="6161"/>
                    </a:cubicBezTo>
                    <a:lnTo>
                      <a:pt x="7555" y="3039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191919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1669;p59">
                <a:extLst>
                  <a:ext uri="{FF2B5EF4-FFF2-40B4-BE49-F238E27FC236}">
                    <a16:creationId xmlns:a16="http://schemas.microsoft.com/office/drawing/2014/main" id="{8C4AF016-A8B8-FB56-9FBB-B57DCDB49E29}"/>
                  </a:ext>
                </a:extLst>
              </p:cNvPr>
              <p:cNvSpPr/>
              <p:nvPr/>
            </p:nvSpPr>
            <p:spPr>
              <a:xfrm flipH="1">
                <a:off x="7127280" y="2876040"/>
                <a:ext cx="491760" cy="442440"/>
              </a:xfrm>
              <a:custGeom>
                <a:avLst/>
                <a:gdLst>
                  <a:gd name="textAreaLeft" fmla="*/ 360 w 491760"/>
                  <a:gd name="textAreaRight" fmla="*/ 492480 w 491760"/>
                  <a:gd name="textAreaTop" fmla="*/ 0 h 442440"/>
                  <a:gd name="textAreaBottom" fmla="*/ 442800 h 442440"/>
                </a:gdLst>
                <a:ahLst/>
                <a:cxnLst/>
                <a:rect l="textAreaLeft" t="textAreaTop" r="textAreaRight" b="textAreaBottom"/>
                <a:pathLst>
                  <a:path w="13269" h="11948">
                    <a:moveTo>
                      <a:pt x="4572" y="1"/>
                    </a:moveTo>
                    <a:lnTo>
                      <a:pt x="4182" y="5074"/>
                    </a:lnTo>
                    <a:lnTo>
                      <a:pt x="28" y="4740"/>
                    </a:lnTo>
                    <a:lnTo>
                      <a:pt x="28" y="4740"/>
                    </a:lnTo>
                    <a:cubicBezTo>
                      <a:pt x="0" y="5883"/>
                      <a:pt x="140" y="7026"/>
                      <a:pt x="613" y="8085"/>
                    </a:cubicBezTo>
                    <a:cubicBezTo>
                      <a:pt x="1255" y="9395"/>
                      <a:pt x="2370" y="10454"/>
                      <a:pt x="3652" y="11095"/>
                    </a:cubicBezTo>
                    <a:cubicBezTo>
                      <a:pt x="4776" y="11682"/>
                      <a:pt x="6051" y="11947"/>
                      <a:pt x="7325" y="11947"/>
                    </a:cubicBezTo>
                    <a:cubicBezTo>
                      <a:pt x="7504" y="11947"/>
                      <a:pt x="7683" y="11942"/>
                      <a:pt x="7861" y="11932"/>
                    </a:cubicBezTo>
                    <a:cubicBezTo>
                      <a:pt x="9812" y="11876"/>
                      <a:pt x="11764" y="11207"/>
                      <a:pt x="13269" y="9980"/>
                    </a:cubicBezTo>
                    <a:lnTo>
                      <a:pt x="4572" y="1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" name="Google Shape;1670;p59">
                <a:extLst>
                  <a:ext uri="{FF2B5EF4-FFF2-40B4-BE49-F238E27FC236}">
                    <a16:creationId xmlns:a16="http://schemas.microsoft.com/office/drawing/2014/main" id="{AFFFBC34-9B00-AB41-C229-1F1825F3958F}"/>
                  </a:ext>
                </a:extLst>
              </p:cNvPr>
              <p:cNvSpPr/>
              <p:nvPr/>
            </p:nvSpPr>
            <p:spPr>
              <a:xfrm flipH="1">
                <a:off x="7250400" y="2959920"/>
                <a:ext cx="1013400" cy="1056960"/>
              </a:xfrm>
              <a:custGeom>
                <a:avLst/>
                <a:gdLst>
                  <a:gd name="textAreaLeft" fmla="*/ -360 w 1013400"/>
                  <a:gd name="textAreaRight" fmla="*/ 1013400 w 1013400"/>
                  <a:gd name="textAreaTop" fmla="*/ 0 h 1056960"/>
                  <a:gd name="textAreaBottom" fmla="*/ 1057320 h 1056960"/>
                </a:gdLst>
                <a:ahLst/>
                <a:cxnLst/>
                <a:rect l="textAreaLeft" t="textAreaTop" r="textAreaRight" b="textAreaBottom"/>
                <a:pathLst>
                  <a:path w="27346" h="28520">
                    <a:moveTo>
                      <a:pt x="22814" y="1"/>
                    </a:moveTo>
                    <a:cubicBezTo>
                      <a:pt x="22516" y="1"/>
                      <a:pt x="22238" y="150"/>
                      <a:pt x="22050" y="414"/>
                    </a:cubicBezTo>
                    <a:cubicBezTo>
                      <a:pt x="20795" y="2142"/>
                      <a:pt x="19931" y="4205"/>
                      <a:pt x="19680" y="6324"/>
                    </a:cubicBezTo>
                    <a:cubicBezTo>
                      <a:pt x="19736" y="4707"/>
                      <a:pt x="19987" y="3034"/>
                      <a:pt x="20544" y="1445"/>
                    </a:cubicBezTo>
                    <a:cubicBezTo>
                      <a:pt x="20712" y="971"/>
                      <a:pt x="20461" y="442"/>
                      <a:pt x="19959" y="302"/>
                    </a:cubicBezTo>
                    <a:cubicBezTo>
                      <a:pt x="19887" y="283"/>
                      <a:pt x="19814" y="274"/>
                      <a:pt x="19743" y="274"/>
                    </a:cubicBezTo>
                    <a:cubicBezTo>
                      <a:pt x="19404" y="274"/>
                      <a:pt x="19094" y="486"/>
                      <a:pt x="18955" y="832"/>
                    </a:cubicBezTo>
                    <a:cubicBezTo>
                      <a:pt x="18286" y="2505"/>
                      <a:pt x="17896" y="4317"/>
                      <a:pt x="17924" y="6101"/>
                    </a:cubicBezTo>
                    <a:cubicBezTo>
                      <a:pt x="17868" y="4651"/>
                      <a:pt x="17868" y="3201"/>
                      <a:pt x="18008" y="1780"/>
                    </a:cubicBezTo>
                    <a:cubicBezTo>
                      <a:pt x="18035" y="1222"/>
                      <a:pt x="17617" y="721"/>
                      <a:pt x="17060" y="721"/>
                    </a:cubicBezTo>
                    <a:lnTo>
                      <a:pt x="17032" y="721"/>
                    </a:lnTo>
                    <a:cubicBezTo>
                      <a:pt x="16614" y="721"/>
                      <a:pt x="16224" y="1027"/>
                      <a:pt x="16140" y="1445"/>
                    </a:cubicBezTo>
                    <a:cubicBezTo>
                      <a:pt x="15332" y="5125"/>
                      <a:pt x="15443" y="8832"/>
                      <a:pt x="15889" y="12289"/>
                    </a:cubicBezTo>
                    <a:lnTo>
                      <a:pt x="10565" y="16163"/>
                    </a:lnTo>
                    <a:lnTo>
                      <a:pt x="4878" y="12679"/>
                    </a:lnTo>
                    <a:lnTo>
                      <a:pt x="920" y="21237"/>
                    </a:lnTo>
                    <a:cubicBezTo>
                      <a:pt x="0" y="23300"/>
                      <a:pt x="474" y="25753"/>
                      <a:pt x="2174" y="27230"/>
                    </a:cubicBezTo>
                    <a:cubicBezTo>
                      <a:pt x="3155" y="28096"/>
                      <a:pt x="4363" y="28520"/>
                      <a:pt x="5567" y="28520"/>
                    </a:cubicBezTo>
                    <a:cubicBezTo>
                      <a:pt x="6997" y="28520"/>
                      <a:pt x="8421" y="27922"/>
                      <a:pt x="9450" y="26756"/>
                    </a:cubicBezTo>
                    <a:lnTo>
                      <a:pt x="18844" y="15940"/>
                    </a:lnTo>
                    <a:cubicBezTo>
                      <a:pt x="22691" y="14658"/>
                      <a:pt x="25645" y="11815"/>
                      <a:pt x="27039" y="9390"/>
                    </a:cubicBezTo>
                    <a:cubicBezTo>
                      <a:pt x="27346" y="8832"/>
                      <a:pt x="27123" y="8108"/>
                      <a:pt x="26593" y="7801"/>
                    </a:cubicBezTo>
                    <a:lnTo>
                      <a:pt x="26537" y="7801"/>
                    </a:lnTo>
                    <a:cubicBezTo>
                      <a:pt x="26352" y="7699"/>
                      <a:pt x="26150" y="7649"/>
                      <a:pt x="25953" y="7649"/>
                    </a:cubicBezTo>
                    <a:cubicBezTo>
                      <a:pt x="25559" y="7649"/>
                      <a:pt x="25181" y="7847"/>
                      <a:pt x="24976" y="8219"/>
                    </a:cubicBezTo>
                    <a:cubicBezTo>
                      <a:pt x="24698" y="8693"/>
                      <a:pt x="24391" y="9223"/>
                      <a:pt x="24112" y="9724"/>
                    </a:cubicBezTo>
                    <a:cubicBezTo>
                      <a:pt x="23750" y="9780"/>
                      <a:pt x="23248" y="9780"/>
                      <a:pt x="22858" y="9864"/>
                    </a:cubicBezTo>
                    <a:cubicBezTo>
                      <a:pt x="23415" y="7494"/>
                      <a:pt x="24447" y="5209"/>
                      <a:pt x="25841" y="3229"/>
                    </a:cubicBezTo>
                    <a:cubicBezTo>
                      <a:pt x="26203" y="2783"/>
                      <a:pt x="26091" y="2142"/>
                      <a:pt x="25645" y="1836"/>
                    </a:cubicBezTo>
                    <a:lnTo>
                      <a:pt x="25618" y="1836"/>
                    </a:lnTo>
                    <a:cubicBezTo>
                      <a:pt x="25450" y="1704"/>
                      <a:pt x="25235" y="1639"/>
                      <a:pt x="25019" y="1639"/>
                    </a:cubicBezTo>
                    <a:cubicBezTo>
                      <a:pt x="24732" y="1639"/>
                      <a:pt x="24442" y="1753"/>
                      <a:pt x="24252" y="1975"/>
                    </a:cubicBezTo>
                    <a:cubicBezTo>
                      <a:pt x="23109" y="3229"/>
                      <a:pt x="22217" y="4846"/>
                      <a:pt x="21715" y="6435"/>
                    </a:cubicBezTo>
                    <a:cubicBezTo>
                      <a:pt x="22133" y="4735"/>
                      <a:pt x="22830" y="3062"/>
                      <a:pt x="23750" y="1557"/>
                    </a:cubicBezTo>
                    <a:cubicBezTo>
                      <a:pt x="24084" y="1083"/>
                      <a:pt x="23889" y="414"/>
                      <a:pt x="23388" y="163"/>
                    </a:cubicBezTo>
                    <a:cubicBezTo>
                      <a:pt x="23304" y="135"/>
                      <a:pt x="23276" y="135"/>
                      <a:pt x="23248" y="107"/>
                    </a:cubicBezTo>
                    <a:cubicBezTo>
                      <a:pt x="23104" y="35"/>
                      <a:pt x="22956" y="1"/>
                      <a:pt x="22814" y="1"/>
                    </a:cubicBez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1671;p59">
                <a:extLst>
                  <a:ext uri="{FF2B5EF4-FFF2-40B4-BE49-F238E27FC236}">
                    <a16:creationId xmlns:a16="http://schemas.microsoft.com/office/drawing/2014/main" id="{910F6538-510A-3E55-786C-1D7C2C734A2F}"/>
                  </a:ext>
                </a:extLst>
              </p:cNvPr>
              <p:cNvSpPr/>
              <p:nvPr/>
            </p:nvSpPr>
            <p:spPr>
              <a:xfrm flipH="1">
                <a:off x="7417800" y="3314880"/>
                <a:ext cx="169560" cy="119160"/>
              </a:xfrm>
              <a:custGeom>
                <a:avLst/>
                <a:gdLst>
                  <a:gd name="textAreaLeft" fmla="*/ -360 w 169560"/>
                  <a:gd name="textAreaRight" fmla="*/ 169560 w 169560"/>
                  <a:gd name="textAreaTop" fmla="*/ 0 h 119160"/>
                  <a:gd name="textAreaBottom" fmla="*/ 119520 h 119160"/>
                </a:gdLst>
                <a:ahLst/>
                <a:cxnLst/>
                <a:rect l="textAreaLeft" t="textAreaTop" r="textAreaRight" b="textAreaBottom"/>
                <a:pathLst>
                  <a:path w="4582" h="3222">
                    <a:moveTo>
                      <a:pt x="2969" y="0"/>
                    </a:moveTo>
                    <a:cubicBezTo>
                      <a:pt x="1611" y="0"/>
                      <a:pt x="0" y="620"/>
                      <a:pt x="37" y="3222"/>
                    </a:cubicBezTo>
                    <a:cubicBezTo>
                      <a:pt x="260" y="2525"/>
                      <a:pt x="1152" y="462"/>
                      <a:pt x="4581" y="295"/>
                    </a:cubicBezTo>
                    <a:cubicBezTo>
                      <a:pt x="4265" y="155"/>
                      <a:pt x="3649" y="0"/>
                      <a:pt x="2969" y="0"/>
                    </a:cubicBez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760" bIns="59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" name="Google Shape;1672;p59">
                <a:extLst>
                  <a:ext uri="{FF2B5EF4-FFF2-40B4-BE49-F238E27FC236}">
                    <a16:creationId xmlns:a16="http://schemas.microsoft.com/office/drawing/2014/main" id="{D4381C27-9277-C0CC-6454-A9F98E20C698}"/>
                  </a:ext>
                </a:extLst>
              </p:cNvPr>
              <p:cNvSpPr/>
              <p:nvPr/>
            </p:nvSpPr>
            <p:spPr>
              <a:xfrm flipH="1">
                <a:off x="7874280" y="3431160"/>
                <a:ext cx="259200" cy="318960"/>
              </a:xfrm>
              <a:custGeom>
                <a:avLst/>
                <a:gdLst>
                  <a:gd name="textAreaLeft" fmla="*/ 360 w 259200"/>
                  <a:gd name="textAreaRight" fmla="*/ 259920 w 259200"/>
                  <a:gd name="textAreaTop" fmla="*/ 0 h 318960"/>
                  <a:gd name="textAreaBottom" fmla="*/ 319320 h 318960"/>
                </a:gdLst>
                <a:ahLst/>
                <a:cxnLst/>
                <a:rect l="textAreaLeft" t="textAreaTop" r="textAreaRight" b="textAreaBottom"/>
                <a:pathLst>
                  <a:path w="6998" h="8615">
                    <a:moveTo>
                      <a:pt x="1338" y="1"/>
                    </a:moveTo>
                    <a:lnTo>
                      <a:pt x="5548" y="3597"/>
                    </a:lnTo>
                    <a:cubicBezTo>
                      <a:pt x="3429" y="4294"/>
                      <a:pt x="1645" y="5743"/>
                      <a:pt x="558" y="7667"/>
                    </a:cubicBezTo>
                    <a:lnTo>
                      <a:pt x="0" y="8614"/>
                    </a:lnTo>
                    <a:lnTo>
                      <a:pt x="6997" y="3485"/>
                    </a:lnTo>
                    <a:lnTo>
                      <a:pt x="1338" y="1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" name="Google Shape;1673;p59">
                <a:extLst>
                  <a:ext uri="{FF2B5EF4-FFF2-40B4-BE49-F238E27FC236}">
                    <a16:creationId xmlns:a16="http://schemas.microsoft.com/office/drawing/2014/main" id="{41D3790C-9D65-D664-9418-AFADD592BC4F}"/>
                  </a:ext>
                </a:extLst>
              </p:cNvPr>
              <p:cNvSpPr/>
              <p:nvPr/>
            </p:nvSpPr>
            <p:spPr>
              <a:xfrm flipH="1">
                <a:off x="6889320" y="2075760"/>
                <a:ext cx="883440" cy="724680"/>
              </a:xfrm>
              <a:custGeom>
                <a:avLst/>
                <a:gdLst>
                  <a:gd name="textAreaLeft" fmla="*/ 360 w 883440"/>
                  <a:gd name="textAreaRight" fmla="*/ 884160 w 883440"/>
                  <a:gd name="textAreaTop" fmla="*/ 0 h 724680"/>
                  <a:gd name="textAreaBottom" fmla="*/ 725040 h 724680"/>
                </a:gdLst>
                <a:ahLst/>
                <a:cxnLst/>
                <a:rect l="textAreaLeft" t="textAreaTop" r="textAreaRight" b="textAreaBottom"/>
                <a:pathLst>
                  <a:path w="23835" h="19556">
                    <a:moveTo>
                      <a:pt x="12061" y="1"/>
                    </a:moveTo>
                    <a:cubicBezTo>
                      <a:pt x="11888" y="1"/>
                      <a:pt x="11714" y="5"/>
                      <a:pt x="11541" y="15"/>
                    </a:cubicBezTo>
                    <a:cubicBezTo>
                      <a:pt x="10259" y="70"/>
                      <a:pt x="9005" y="405"/>
                      <a:pt x="7917" y="1018"/>
                    </a:cubicBezTo>
                    <a:cubicBezTo>
                      <a:pt x="6830" y="1687"/>
                      <a:pt x="5938" y="2691"/>
                      <a:pt x="5548" y="3889"/>
                    </a:cubicBezTo>
                    <a:cubicBezTo>
                      <a:pt x="5244" y="3737"/>
                      <a:pt x="4908" y="3670"/>
                      <a:pt x="4562" y="3670"/>
                    </a:cubicBezTo>
                    <a:cubicBezTo>
                      <a:pt x="3640" y="3670"/>
                      <a:pt x="2641" y="4145"/>
                      <a:pt x="1952" y="4753"/>
                    </a:cubicBezTo>
                    <a:cubicBezTo>
                      <a:pt x="1004" y="5617"/>
                      <a:pt x="530" y="6844"/>
                      <a:pt x="307" y="8098"/>
                    </a:cubicBezTo>
                    <a:cubicBezTo>
                      <a:pt x="1" y="9827"/>
                      <a:pt x="224" y="11638"/>
                      <a:pt x="921" y="13283"/>
                    </a:cubicBezTo>
                    <a:cubicBezTo>
                      <a:pt x="1618" y="14928"/>
                      <a:pt x="2760" y="16322"/>
                      <a:pt x="4210" y="17325"/>
                    </a:cubicBezTo>
                    <a:cubicBezTo>
                      <a:pt x="4391" y="17204"/>
                      <a:pt x="4673" y="17113"/>
                      <a:pt x="4931" y="17113"/>
                    </a:cubicBezTo>
                    <a:cubicBezTo>
                      <a:pt x="5031" y="17113"/>
                      <a:pt x="5128" y="17127"/>
                      <a:pt x="5214" y="17158"/>
                    </a:cubicBezTo>
                    <a:cubicBezTo>
                      <a:pt x="5492" y="17186"/>
                      <a:pt x="5771" y="17325"/>
                      <a:pt x="6022" y="17464"/>
                    </a:cubicBezTo>
                    <a:cubicBezTo>
                      <a:pt x="6830" y="17938"/>
                      <a:pt x="7583" y="18691"/>
                      <a:pt x="8057" y="19555"/>
                    </a:cubicBezTo>
                    <a:cubicBezTo>
                      <a:pt x="8559" y="19025"/>
                      <a:pt x="8921" y="18329"/>
                      <a:pt x="9032" y="17604"/>
                    </a:cubicBezTo>
                    <a:cubicBezTo>
                      <a:pt x="9144" y="16879"/>
                      <a:pt x="9060" y="16071"/>
                      <a:pt x="8670" y="15430"/>
                    </a:cubicBezTo>
                    <a:cubicBezTo>
                      <a:pt x="10343" y="13841"/>
                      <a:pt x="11179" y="11332"/>
                      <a:pt x="10705" y="9074"/>
                    </a:cubicBezTo>
                    <a:lnTo>
                      <a:pt x="10705" y="9074"/>
                    </a:lnTo>
                    <a:cubicBezTo>
                      <a:pt x="12405" y="9492"/>
                      <a:pt x="14161" y="9854"/>
                      <a:pt x="15890" y="9966"/>
                    </a:cubicBezTo>
                    <a:cubicBezTo>
                      <a:pt x="16141" y="9982"/>
                      <a:pt x="16393" y="9990"/>
                      <a:pt x="16646" y="9990"/>
                    </a:cubicBezTo>
                    <a:cubicBezTo>
                      <a:pt x="18164" y="9990"/>
                      <a:pt x="19693" y="9683"/>
                      <a:pt x="20935" y="8823"/>
                    </a:cubicBezTo>
                    <a:cubicBezTo>
                      <a:pt x="22608" y="8321"/>
                      <a:pt x="23834" y="7123"/>
                      <a:pt x="23834" y="7123"/>
                    </a:cubicBezTo>
                    <a:cubicBezTo>
                      <a:pt x="23165" y="7123"/>
                      <a:pt x="22385" y="6760"/>
                      <a:pt x="21911" y="6314"/>
                    </a:cubicBezTo>
                    <a:cubicBezTo>
                      <a:pt x="21465" y="5840"/>
                      <a:pt x="21158" y="5255"/>
                      <a:pt x="20796" y="4725"/>
                    </a:cubicBezTo>
                    <a:cubicBezTo>
                      <a:pt x="18911" y="1832"/>
                      <a:pt x="15510" y="1"/>
                      <a:pt x="120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1674;p59">
                <a:extLst>
                  <a:ext uri="{FF2B5EF4-FFF2-40B4-BE49-F238E27FC236}">
                    <a16:creationId xmlns:a16="http://schemas.microsoft.com/office/drawing/2014/main" id="{F9B382A7-6900-5861-148E-A0CC8CA87748}"/>
                  </a:ext>
                </a:extLst>
              </p:cNvPr>
              <p:cNvSpPr/>
              <p:nvPr/>
            </p:nvSpPr>
            <p:spPr>
              <a:xfrm flipH="1">
                <a:off x="6957720" y="2381040"/>
                <a:ext cx="689040" cy="597960"/>
              </a:xfrm>
              <a:custGeom>
                <a:avLst/>
                <a:gdLst>
                  <a:gd name="textAreaLeft" fmla="*/ 360 w 689040"/>
                  <a:gd name="textAreaRight" fmla="*/ 689760 w 689040"/>
                  <a:gd name="textAreaTop" fmla="*/ 0 h 597960"/>
                  <a:gd name="textAreaBottom" fmla="*/ 598320 h 597960"/>
                </a:gdLst>
                <a:ahLst/>
                <a:cxnLst/>
                <a:rect l="textAreaLeft" t="textAreaTop" r="textAreaRight" b="textAreaBottom"/>
                <a:pathLst>
                  <a:path w="18594" h="16142">
                    <a:moveTo>
                      <a:pt x="6328" y="1"/>
                    </a:moveTo>
                    <a:cubicBezTo>
                      <a:pt x="6886" y="2426"/>
                      <a:pt x="6273" y="5158"/>
                      <a:pt x="4795" y="7137"/>
                    </a:cubicBezTo>
                    <a:cubicBezTo>
                      <a:pt x="5381" y="8196"/>
                      <a:pt x="5269" y="9590"/>
                      <a:pt x="4572" y="10565"/>
                    </a:cubicBezTo>
                    <a:cubicBezTo>
                      <a:pt x="4238" y="9813"/>
                      <a:pt x="3820" y="9060"/>
                      <a:pt x="3151" y="8558"/>
                    </a:cubicBezTo>
                    <a:cubicBezTo>
                      <a:pt x="2759" y="8281"/>
                      <a:pt x="2262" y="8109"/>
                      <a:pt x="1788" y="8109"/>
                    </a:cubicBezTo>
                    <a:cubicBezTo>
                      <a:pt x="1453" y="8109"/>
                      <a:pt x="1130" y="8195"/>
                      <a:pt x="865" y="8391"/>
                    </a:cubicBezTo>
                    <a:cubicBezTo>
                      <a:pt x="224" y="8809"/>
                      <a:pt x="1" y="9673"/>
                      <a:pt x="168" y="10426"/>
                    </a:cubicBezTo>
                    <a:cubicBezTo>
                      <a:pt x="335" y="11430"/>
                      <a:pt x="1060" y="12294"/>
                      <a:pt x="2008" y="12684"/>
                    </a:cubicBezTo>
                    <a:cubicBezTo>
                      <a:pt x="2261" y="12788"/>
                      <a:pt x="2522" y="12835"/>
                      <a:pt x="2784" y="12835"/>
                    </a:cubicBezTo>
                    <a:cubicBezTo>
                      <a:pt x="3504" y="12835"/>
                      <a:pt x="4231" y="12485"/>
                      <a:pt x="4823" y="12015"/>
                    </a:cubicBezTo>
                    <a:cubicBezTo>
                      <a:pt x="6022" y="13325"/>
                      <a:pt x="7360" y="14607"/>
                      <a:pt x="8976" y="15360"/>
                    </a:cubicBezTo>
                    <a:cubicBezTo>
                      <a:pt x="9950" y="15855"/>
                      <a:pt x="11048" y="16141"/>
                      <a:pt x="12138" y="16141"/>
                    </a:cubicBezTo>
                    <a:cubicBezTo>
                      <a:pt x="12827" y="16141"/>
                      <a:pt x="13513" y="16027"/>
                      <a:pt x="14161" y="15778"/>
                    </a:cubicBezTo>
                    <a:cubicBezTo>
                      <a:pt x="15917" y="15109"/>
                      <a:pt x="17200" y="13520"/>
                      <a:pt x="17869" y="11764"/>
                    </a:cubicBezTo>
                    <a:cubicBezTo>
                      <a:pt x="18510" y="10036"/>
                      <a:pt x="18593" y="8112"/>
                      <a:pt x="18482" y="6245"/>
                    </a:cubicBezTo>
                    <a:cubicBezTo>
                      <a:pt x="18370" y="4321"/>
                      <a:pt x="18036" y="2398"/>
                      <a:pt x="17506" y="558"/>
                    </a:cubicBezTo>
                    <a:cubicBezTo>
                      <a:pt x="16126" y="931"/>
                      <a:pt x="14643" y="1101"/>
                      <a:pt x="13139" y="1101"/>
                    </a:cubicBezTo>
                    <a:cubicBezTo>
                      <a:pt x="10816" y="1101"/>
                      <a:pt x="8444" y="695"/>
                      <a:pt x="6328" y="1"/>
                    </a:cubicBez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" name="Google Shape;1675;p59">
                <a:extLst>
                  <a:ext uri="{FF2B5EF4-FFF2-40B4-BE49-F238E27FC236}">
                    <a16:creationId xmlns:a16="http://schemas.microsoft.com/office/drawing/2014/main" id="{3F4D3BDC-70C2-52F8-3835-F9B8905CB130}"/>
                  </a:ext>
                </a:extLst>
              </p:cNvPr>
              <p:cNvSpPr/>
              <p:nvPr/>
            </p:nvSpPr>
            <p:spPr>
              <a:xfrm flipH="1">
                <a:off x="7513920" y="2725560"/>
                <a:ext cx="87480" cy="9396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2370" h="2541">
                    <a:moveTo>
                      <a:pt x="555" y="0"/>
                    </a:moveTo>
                    <a:cubicBezTo>
                      <a:pt x="337" y="0"/>
                      <a:pt x="133" y="85"/>
                      <a:pt x="0" y="240"/>
                    </a:cubicBezTo>
                    <a:cubicBezTo>
                      <a:pt x="113" y="202"/>
                      <a:pt x="244" y="187"/>
                      <a:pt x="376" y="187"/>
                    </a:cubicBezTo>
                    <a:cubicBezTo>
                      <a:pt x="536" y="187"/>
                      <a:pt x="699" y="209"/>
                      <a:pt x="837" y="240"/>
                    </a:cubicBezTo>
                    <a:cubicBezTo>
                      <a:pt x="1087" y="324"/>
                      <a:pt x="1366" y="491"/>
                      <a:pt x="1506" y="686"/>
                    </a:cubicBezTo>
                    <a:cubicBezTo>
                      <a:pt x="1255" y="686"/>
                      <a:pt x="1087" y="909"/>
                      <a:pt x="1004" y="1104"/>
                    </a:cubicBezTo>
                    <a:cubicBezTo>
                      <a:pt x="948" y="1327"/>
                      <a:pt x="976" y="1578"/>
                      <a:pt x="1060" y="1773"/>
                    </a:cubicBezTo>
                    <a:cubicBezTo>
                      <a:pt x="1143" y="2052"/>
                      <a:pt x="1283" y="2303"/>
                      <a:pt x="1506" y="2442"/>
                    </a:cubicBezTo>
                    <a:cubicBezTo>
                      <a:pt x="1620" y="2506"/>
                      <a:pt x="1747" y="2541"/>
                      <a:pt x="1867" y="2541"/>
                    </a:cubicBezTo>
                    <a:cubicBezTo>
                      <a:pt x="2008" y="2541"/>
                      <a:pt x="2140" y="2492"/>
                      <a:pt x="2230" y="2386"/>
                    </a:cubicBezTo>
                    <a:cubicBezTo>
                      <a:pt x="2370" y="2191"/>
                      <a:pt x="2370" y="1996"/>
                      <a:pt x="2342" y="1773"/>
                    </a:cubicBezTo>
                    <a:cubicBezTo>
                      <a:pt x="2230" y="1188"/>
                      <a:pt x="1924" y="658"/>
                      <a:pt x="1478" y="324"/>
                    </a:cubicBezTo>
                    <a:cubicBezTo>
                      <a:pt x="1255" y="156"/>
                      <a:pt x="1004" y="45"/>
                      <a:pt x="725" y="17"/>
                    </a:cubicBezTo>
                    <a:cubicBezTo>
                      <a:pt x="668" y="6"/>
                      <a:pt x="611" y="0"/>
                      <a:pt x="555" y="0"/>
                    </a:cubicBez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" name="Google Shape;1676;p59">
                <a:extLst>
                  <a:ext uri="{FF2B5EF4-FFF2-40B4-BE49-F238E27FC236}">
                    <a16:creationId xmlns:a16="http://schemas.microsoft.com/office/drawing/2014/main" id="{B9483517-F935-78E6-68F9-CA94DB0BA182}"/>
                  </a:ext>
                </a:extLst>
              </p:cNvPr>
              <p:cNvSpPr/>
              <p:nvPr/>
            </p:nvSpPr>
            <p:spPr>
              <a:xfrm flipH="1">
                <a:off x="7226640" y="2449080"/>
                <a:ext cx="241560" cy="289800"/>
              </a:xfrm>
              <a:custGeom>
                <a:avLst/>
                <a:gdLst>
                  <a:gd name="textAreaLeft" fmla="*/ -360 w 241560"/>
                  <a:gd name="textAreaRight" fmla="*/ 241560 w 241560"/>
                  <a:gd name="textAreaTop" fmla="*/ 0 h 289800"/>
                  <a:gd name="textAreaBottom" fmla="*/ 290160 h 289800"/>
                </a:gdLst>
                <a:ahLst/>
                <a:cxnLst/>
                <a:rect l="textAreaLeft" t="textAreaTop" r="textAreaRight" b="textAreaBottom"/>
                <a:pathLst>
                  <a:path w="6523" h="7829">
                    <a:moveTo>
                      <a:pt x="5436" y="0"/>
                    </a:moveTo>
                    <a:cubicBezTo>
                      <a:pt x="5428" y="2"/>
                      <a:pt x="5419" y="3"/>
                      <a:pt x="5411" y="4"/>
                    </a:cubicBezTo>
                    <a:lnTo>
                      <a:pt x="5411" y="4"/>
                    </a:lnTo>
                    <a:lnTo>
                      <a:pt x="5436" y="0"/>
                    </a:lnTo>
                    <a:close/>
                    <a:moveTo>
                      <a:pt x="5411" y="4"/>
                    </a:moveTo>
                    <a:lnTo>
                      <a:pt x="1868" y="558"/>
                    </a:lnTo>
                    <a:cubicBezTo>
                      <a:pt x="753" y="725"/>
                      <a:pt x="0" y="1784"/>
                      <a:pt x="140" y="2899"/>
                    </a:cubicBezTo>
                    <a:lnTo>
                      <a:pt x="613" y="6077"/>
                    </a:lnTo>
                    <a:cubicBezTo>
                      <a:pt x="790" y="7113"/>
                      <a:pt x="1655" y="7829"/>
                      <a:pt x="2645" y="7829"/>
                    </a:cubicBezTo>
                    <a:cubicBezTo>
                      <a:pt x="2747" y="7829"/>
                      <a:pt x="2851" y="7821"/>
                      <a:pt x="2955" y="7806"/>
                    </a:cubicBezTo>
                    <a:lnTo>
                      <a:pt x="6523" y="7248"/>
                    </a:lnTo>
                    <a:lnTo>
                      <a:pt x="6523" y="7248"/>
                    </a:lnTo>
                    <a:cubicBezTo>
                      <a:pt x="6434" y="7259"/>
                      <a:pt x="6345" y="7265"/>
                      <a:pt x="6257" y="7265"/>
                    </a:cubicBezTo>
                    <a:cubicBezTo>
                      <a:pt x="5244" y="7265"/>
                      <a:pt x="4335" y="6546"/>
                      <a:pt x="4181" y="5520"/>
                    </a:cubicBezTo>
                    <a:lnTo>
                      <a:pt x="3680" y="2342"/>
                    </a:lnTo>
                    <a:cubicBezTo>
                      <a:pt x="3541" y="1235"/>
                      <a:pt x="4309" y="183"/>
                      <a:pt x="5411" y="4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1677;p59">
                <a:extLst>
                  <a:ext uri="{FF2B5EF4-FFF2-40B4-BE49-F238E27FC236}">
                    <a16:creationId xmlns:a16="http://schemas.microsoft.com/office/drawing/2014/main" id="{56CA1AD8-B8FC-F5D4-F05D-59709BB042E4}"/>
                  </a:ext>
                </a:extLst>
              </p:cNvPr>
              <p:cNvSpPr/>
              <p:nvPr/>
            </p:nvSpPr>
            <p:spPr>
              <a:xfrm flipH="1">
                <a:off x="6842880" y="2399400"/>
                <a:ext cx="494640" cy="318960"/>
              </a:xfrm>
              <a:custGeom>
                <a:avLst/>
                <a:gdLst>
                  <a:gd name="textAreaLeft" fmla="*/ 360 w 494640"/>
                  <a:gd name="textAreaRight" fmla="*/ 495360 w 494640"/>
                  <a:gd name="textAreaTop" fmla="*/ 0 h 318960"/>
                  <a:gd name="textAreaBottom" fmla="*/ 319320 h 318960"/>
                </a:gdLst>
                <a:ahLst/>
                <a:cxnLst/>
                <a:rect l="textAreaLeft" t="textAreaTop" r="textAreaRight" b="textAreaBottom"/>
                <a:pathLst>
                  <a:path w="13353" h="8612">
                    <a:moveTo>
                      <a:pt x="10685" y="0"/>
                    </a:moveTo>
                    <a:cubicBezTo>
                      <a:pt x="10572" y="0"/>
                      <a:pt x="10457" y="10"/>
                      <a:pt x="10342" y="30"/>
                    </a:cubicBezTo>
                    <a:lnTo>
                      <a:pt x="6802" y="588"/>
                    </a:lnTo>
                    <a:lnTo>
                      <a:pt x="1896" y="1340"/>
                    </a:lnTo>
                    <a:cubicBezTo>
                      <a:pt x="781" y="1508"/>
                      <a:pt x="0" y="2595"/>
                      <a:pt x="140" y="3682"/>
                    </a:cubicBezTo>
                    <a:lnTo>
                      <a:pt x="641" y="6860"/>
                    </a:lnTo>
                    <a:cubicBezTo>
                      <a:pt x="793" y="7896"/>
                      <a:pt x="1678" y="8611"/>
                      <a:pt x="2673" y="8611"/>
                    </a:cubicBezTo>
                    <a:cubicBezTo>
                      <a:pt x="2775" y="8611"/>
                      <a:pt x="2879" y="8604"/>
                      <a:pt x="2983" y="8588"/>
                    </a:cubicBezTo>
                    <a:lnTo>
                      <a:pt x="7889" y="7835"/>
                    </a:lnTo>
                    <a:lnTo>
                      <a:pt x="11429" y="7278"/>
                    </a:lnTo>
                    <a:cubicBezTo>
                      <a:pt x="12572" y="7083"/>
                      <a:pt x="13353" y="6051"/>
                      <a:pt x="13185" y="4936"/>
                    </a:cubicBezTo>
                    <a:lnTo>
                      <a:pt x="12684" y="1759"/>
                    </a:lnTo>
                    <a:cubicBezTo>
                      <a:pt x="12534" y="734"/>
                      <a:pt x="11667" y="0"/>
                      <a:pt x="106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" name="Google Shape;1678;p59">
                <a:extLst>
                  <a:ext uri="{FF2B5EF4-FFF2-40B4-BE49-F238E27FC236}">
                    <a16:creationId xmlns:a16="http://schemas.microsoft.com/office/drawing/2014/main" id="{E45112B9-400D-4503-85A3-83400911E372}"/>
                  </a:ext>
                </a:extLst>
              </p:cNvPr>
              <p:cNvSpPr/>
              <p:nvPr/>
            </p:nvSpPr>
            <p:spPr>
              <a:xfrm flipH="1">
                <a:off x="6914160" y="2438640"/>
                <a:ext cx="72000" cy="67680"/>
              </a:xfrm>
              <a:custGeom>
                <a:avLst/>
                <a:gdLst>
                  <a:gd name="textAreaLeft" fmla="*/ 360 w 72000"/>
                  <a:gd name="textAreaRight" fmla="*/ 72720 w 7200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1953" h="1831">
                    <a:moveTo>
                      <a:pt x="952" y="1"/>
                    </a:moveTo>
                    <a:cubicBezTo>
                      <a:pt x="914" y="1"/>
                      <a:pt x="876" y="3"/>
                      <a:pt x="837" y="7"/>
                    </a:cubicBezTo>
                    <a:cubicBezTo>
                      <a:pt x="363" y="90"/>
                      <a:pt x="1" y="536"/>
                      <a:pt x="85" y="1066"/>
                    </a:cubicBezTo>
                    <a:cubicBezTo>
                      <a:pt x="185" y="1494"/>
                      <a:pt x="558" y="1831"/>
                      <a:pt x="979" y="1831"/>
                    </a:cubicBezTo>
                    <a:cubicBezTo>
                      <a:pt x="1024" y="1831"/>
                      <a:pt x="1070" y="1827"/>
                      <a:pt x="1116" y="1819"/>
                    </a:cubicBezTo>
                    <a:cubicBezTo>
                      <a:pt x="1618" y="1763"/>
                      <a:pt x="1952" y="1289"/>
                      <a:pt x="1896" y="787"/>
                    </a:cubicBezTo>
                    <a:cubicBezTo>
                      <a:pt x="1819" y="322"/>
                      <a:pt x="1430" y="1"/>
                      <a:pt x="9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1679;p59">
                <a:extLst>
                  <a:ext uri="{FF2B5EF4-FFF2-40B4-BE49-F238E27FC236}">
                    <a16:creationId xmlns:a16="http://schemas.microsoft.com/office/drawing/2014/main" id="{F22E1328-5C8C-40FC-791C-3215415B85FE}"/>
                  </a:ext>
                </a:extLst>
              </p:cNvPr>
              <p:cNvSpPr/>
              <p:nvPr/>
            </p:nvSpPr>
            <p:spPr>
              <a:xfrm flipH="1">
                <a:off x="6892920" y="2530440"/>
                <a:ext cx="78120" cy="11016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110160"/>
                  <a:gd name="textAreaBottom" fmla="*/ 110520 h 110160"/>
                </a:gdLst>
                <a:ahLst/>
                <a:cxnLst/>
                <a:rect l="textAreaLeft" t="textAreaTop" r="textAreaRight" b="textAreaBottom"/>
                <a:pathLst>
                  <a:path w="2119" h="2980">
                    <a:moveTo>
                      <a:pt x="988" y="1"/>
                    </a:moveTo>
                    <a:cubicBezTo>
                      <a:pt x="939" y="1"/>
                      <a:pt x="888" y="4"/>
                      <a:pt x="836" y="13"/>
                    </a:cubicBezTo>
                    <a:cubicBezTo>
                      <a:pt x="363" y="68"/>
                      <a:pt x="0" y="542"/>
                      <a:pt x="84" y="1044"/>
                    </a:cubicBezTo>
                    <a:lnTo>
                      <a:pt x="251" y="2215"/>
                    </a:lnTo>
                    <a:cubicBezTo>
                      <a:pt x="301" y="2643"/>
                      <a:pt x="715" y="2979"/>
                      <a:pt x="1144" y="2979"/>
                    </a:cubicBezTo>
                    <a:cubicBezTo>
                      <a:pt x="1190" y="2979"/>
                      <a:pt x="1236" y="2976"/>
                      <a:pt x="1282" y="2967"/>
                    </a:cubicBezTo>
                    <a:cubicBezTo>
                      <a:pt x="1784" y="2912"/>
                      <a:pt x="2119" y="2438"/>
                      <a:pt x="2063" y="1936"/>
                    </a:cubicBezTo>
                    <a:lnTo>
                      <a:pt x="1896" y="765"/>
                    </a:lnTo>
                    <a:cubicBezTo>
                      <a:pt x="1820" y="337"/>
                      <a:pt x="1449" y="1"/>
                      <a:pt x="9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5080" bIns="55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" name="Google Shape;1680;p59">
                <a:extLst>
                  <a:ext uri="{FF2B5EF4-FFF2-40B4-BE49-F238E27FC236}">
                    <a16:creationId xmlns:a16="http://schemas.microsoft.com/office/drawing/2014/main" id="{C1A84E94-D9D0-2F08-CA8C-0DFA90E496D8}"/>
                  </a:ext>
                </a:extLst>
              </p:cNvPr>
              <p:cNvSpPr/>
              <p:nvPr/>
            </p:nvSpPr>
            <p:spPr>
              <a:xfrm flipH="1">
                <a:off x="7408440" y="2571120"/>
                <a:ext cx="318960" cy="114480"/>
              </a:xfrm>
              <a:custGeom>
                <a:avLst/>
                <a:gdLst>
                  <a:gd name="textAreaLeft" fmla="*/ 360 w 318960"/>
                  <a:gd name="textAreaRight" fmla="*/ 319680 w 31896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8614" h="3095">
                    <a:moveTo>
                      <a:pt x="8335" y="1"/>
                    </a:moveTo>
                    <a:lnTo>
                      <a:pt x="0" y="1199"/>
                    </a:lnTo>
                    <a:lnTo>
                      <a:pt x="1506" y="3095"/>
                    </a:lnTo>
                    <a:lnTo>
                      <a:pt x="8614" y="1952"/>
                    </a:lnTo>
                    <a:lnTo>
                      <a:pt x="8335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240" bIns="57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" name="Google Shape;1681;p59">
                <a:extLst>
                  <a:ext uri="{FF2B5EF4-FFF2-40B4-BE49-F238E27FC236}">
                    <a16:creationId xmlns:a16="http://schemas.microsoft.com/office/drawing/2014/main" id="{973F6D02-80E0-B16D-51BF-8054507821CA}"/>
                  </a:ext>
                </a:extLst>
              </p:cNvPr>
              <p:cNvSpPr/>
              <p:nvPr/>
            </p:nvSpPr>
            <p:spPr>
              <a:xfrm flipH="1">
                <a:off x="7061400" y="2748960"/>
                <a:ext cx="234360" cy="118800"/>
              </a:xfrm>
              <a:custGeom>
                <a:avLst/>
                <a:gdLst>
                  <a:gd name="textAreaLeft" fmla="*/ -360 w 234360"/>
                  <a:gd name="textAreaRight" fmla="*/ 234360 w 234360"/>
                  <a:gd name="textAreaTop" fmla="*/ 0 h 118800"/>
                  <a:gd name="textAreaBottom" fmla="*/ 119160 h 118800"/>
                </a:gdLst>
                <a:ahLst/>
                <a:cxnLst/>
                <a:rect l="textAreaLeft" t="textAreaTop" r="textAreaRight" b="textAreaBottom"/>
                <a:pathLst>
                  <a:path w="6329" h="3213">
                    <a:moveTo>
                      <a:pt x="6244" y="0"/>
                    </a:moveTo>
                    <a:lnTo>
                      <a:pt x="6244" y="0"/>
                    </a:lnTo>
                    <a:cubicBezTo>
                      <a:pt x="4237" y="669"/>
                      <a:pt x="2147" y="1227"/>
                      <a:pt x="0" y="1617"/>
                    </a:cubicBezTo>
                    <a:cubicBezTo>
                      <a:pt x="781" y="2314"/>
                      <a:pt x="2007" y="3067"/>
                      <a:pt x="3011" y="3206"/>
                    </a:cubicBezTo>
                    <a:cubicBezTo>
                      <a:pt x="3078" y="3210"/>
                      <a:pt x="3145" y="3212"/>
                      <a:pt x="3212" y="3212"/>
                    </a:cubicBezTo>
                    <a:cubicBezTo>
                      <a:pt x="4015" y="3212"/>
                      <a:pt x="4840" y="2908"/>
                      <a:pt x="5380" y="2342"/>
                    </a:cubicBezTo>
                    <a:cubicBezTo>
                      <a:pt x="5966" y="1701"/>
                      <a:pt x="6328" y="864"/>
                      <a:pt x="62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400" bIns="59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1682;p59">
                <a:extLst>
                  <a:ext uri="{FF2B5EF4-FFF2-40B4-BE49-F238E27FC236}">
                    <a16:creationId xmlns:a16="http://schemas.microsoft.com/office/drawing/2014/main" id="{38BBB7BD-2932-DDB2-5C37-349135275C91}"/>
                  </a:ext>
                </a:extLst>
              </p:cNvPr>
              <p:cNvSpPr/>
              <p:nvPr/>
            </p:nvSpPr>
            <p:spPr>
              <a:xfrm flipH="1">
                <a:off x="7798320" y="3823920"/>
                <a:ext cx="657000" cy="427680"/>
              </a:xfrm>
              <a:custGeom>
                <a:avLst/>
                <a:gdLst>
                  <a:gd name="textAreaLeft" fmla="*/ -360 w 657000"/>
                  <a:gd name="textAreaRight" fmla="*/ 657000 w 657000"/>
                  <a:gd name="textAreaTop" fmla="*/ 0 h 427680"/>
                  <a:gd name="textAreaBottom" fmla="*/ 428040 h 427680"/>
                </a:gdLst>
                <a:ahLst/>
                <a:cxnLst/>
                <a:rect l="textAreaLeft" t="textAreaTop" r="textAreaRight" b="textAreaBottom"/>
                <a:pathLst>
                  <a:path w="17729" h="11541">
                    <a:moveTo>
                      <a:pt x="1645" y="1"/>
                    </a:moveTo>
                    <a:cubicBezTo>
                      <a:pt x="725" y="1"/>
                      <a:pt x="28" y="725"/>
                      <a:pt x="28" y="1617"/>
                    </a:cubicBezTo>
                    <a:lnTo>
                      <a:pt x="28" y="9924"/>
                    </a:lnTo>
                    <a:cubicBezTo>
                      <a:pt x="0" y="10844"/>
                      <a:pt x="725" y="11541"/>
                      <a:pt x="1645" y="11541"/>
                    </a:cubicBezTo>
                    <a:lnTo>
                      <a:pt x="16140" y="11541"/>
                    </a:lnTo>
                    <a:cubicBezTo>
                      <a:pt x="17032" y="11541"/>
                      <a:pt x="17729" y="10816"/>
                      <a:pt x="17729" y="9924"/>
                    </a:cubicBezTo>
                    <a:lnTo>
                      <a:pt x="17729" y="1617"/>
                    </a:lnTo>
                    <a:cubicBezTo>
                      <a:pt x="17729" y="697"/>
                      <a:pt x="17004" y="1"/>
                      <a:pt x="16140" y="1"/>
                    </a:cubicBezTo>
                    <a:close/>
                  </a:path>
                </a:pathLst>
              </a:custGeom>
              <a:solidFill>
                <a:srgbClr val="ABF2F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" name="Google Shape;1683;p59">
                <a:extLst>
                  <a:ext uri="{FF2B5EF4-FFF2-40B4-BE49-F238E27FC236}">
                    <a16:creationId xmlns:a16="http://schemas.microsoft.com/office/drawing/2014/main" id="{7ADE5A1E-2BDB-3360-A57D-07D4996E99FE}"/>
                  </a:ext>
                </a:extLst>
              </p:cNvPr>
              <p:cNvSpPr/>
              <p:nvPr/>
            </p:nvSpPr>
            <p:spPr>
              <a:xfrm flipH="1">
                <a:off x="7792200" y="3817440"/>
                <a:ext cx="669240" cy="439920"/>
              </a:xfrm>
              <a:custGeom>
                <a:avLst/>
                <a:gdLst>
                  <a:gd name="textAreaLeft" fmla="*/ -360 w 669240"/>
                  <a:gd name="textAreaRight" fmla="*/ 669240 w 669240"/>
                  <a:gd name="textAreaTop" fmla="*/ 0 h 439920"/>
                  <a:gd name="textAreaBottom" fmla="*/ 440280 h 439920"/>
                </a:gdLst>
                <a:ahLst/>
                <a:cxnLst/>
                <a:rect l="textAreaLeft" t="textAreaTop" r="textAreaRight" b="textAreaBottom"/>
                <a:pathLst>
                  <a:path w="18065" h="11876">
                    <a:moveTo>
                      <a:pt x="16308" y="307"/>
                    </a:moveTo>
                    <a:cubicBezTo>
                      <a:pt x="17089" y="307"/>
                      <a:pt x="17758" y="976"/>
                      <a:pt x="17758" y="1784"/>
                    </a:cubicBezTo>
                    <a:lnTo>
                      <a:pt x="17758" y="10091"/>
                    </a:lnTo>
                    <a:cubicBezTo>
                      <a:pt x="17758" y="10900"/>
                      <a:pt x="17089" y="11569"/>
                      <a:pt x="16308" y="11569"/>
                    </a:cubicBezTo>
                    <a:lnTo>
                      <a:pt x="1813" y="11569"/>
                    </a:lnTo>
                    <a:cubicBezTo>
                      <a:pt x="1004" y="11569"/>
                      <a:pt x="335" y="10900"/>
                      <a:pt x="335" y="10091"/>
                    </a:cubicBezTo>
                    <a:lnTo>
                      <a:pt x="335" y="1784"/>
                    </a:lnTo>
                    <a:cubicBezTo>
                      <a:pt x="335" y="976"/>
                      <a:pt x="1004" y="307"/>
                      <a:pt x="1813" y="307"/>
                    </a:cubicBezTo>
                    <a:close/>
                    <a:moveTo>
                      <a:pt x="1757" y="0"/>
                    </a:moveTo>
                    <a:cubicBezTo>
                      <a:pt x="781" y="0"/>
                      <a:pt x="1" y="781"/>
                      <a:pt x="1" y="1784"/>
                    </a:cubicBezTo>
                    <a:lnTo>
                      <a:pt x="1" y="10091"/>
                    </a:lnTo>
                    <a:cubicBezTo>
                      <a:pt x="1" y="11067"/>
                      <a:pt x="781" y="11875"/>
                      <a:pt x="1813" y="11875"/>
                    </a:cubicBezTo>
                    <a:lnTo>
                      <a:pt x="16308" y="11875"/>
                    </a:lnTo>
                    <a:cubicBezTo>
                      <a:pt x="17256" y="11875"/>
                      <a:pt x="18064" y="11067"/>
                      <a:pt x="18064" y="10091"/>
                    </a:cubicBezTo>
                    <a:lnTo>
                      <a:pt x="18064" y="1784"/>
                    </a:lnTo>
                    <a:cubicBezTo>
                      <a:pt x="18064" y="809"/>
                      <a:pt x="17284" y="0"/>
                      <a:pt x="163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1684;p59">
                <a:extLst>
                  <a:ext uri="{FF2B5EF4-FFF2-40B4-BE49-F238E27FC236}">
                    <a16:creationId xmlns:a16="http://schemas.microsoft.com/office/drawing/2014/main" id="{43DB9942-6CBD-D15F-F612-E58D3A3CED06}"/>
                  </a:ext>
                </a:extLst>
              </p:cNvPr>
              <p:cNvSpPr/>
              <p:nvPr/>
            </p:nvSpPr>
            <p:spPr>
              <a:xfrm flipH="1">
                <a:off x="7869600" y="3875400"/>
                <a:ext cx="170280" cy="47160"/>
              </a:xfrm>
              <a:custGeom>
                <a:avLst/>
                <a:gdLst>
                  <a:gd name="textAreaLeft" fmla="*/ -360 w 170280"/>
                  <a:gd name="textAreaRight" fmla="*/ 170280 w 1702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4600" h="1283">
                    <a:moveTo>
                      <a:pt x="0" y="0"/>
                    </a:moveTo>
                    <a:lnTo>
                      <a:pt x="0" y="1283"/>
                    </a:lnTo>
                    <a:lnTo>
                      <a:pt x="4600" y="1283"/>
                    </a:lnTo>
                    <a:lnTo>
                      <a:pt x="4600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" name="Google Shape;1685;p59">
                <a:extLst>
                  <a:ext uri="{FF2B5EF4-FFF2-40B4-BE49-F238E27FC236}">
                    <a16:creationId xmlns:a16="http://schemas.microsoft.com/office/drawing/2014/main" id="{E2165D11-25F4-F793-D1F2-965FE8B5B2E5}"/>
                  </a:ext>
                </a:extLst>
              </p:cNvPr>
              <p:cNvSpPr/>
              <p:nvPr/>
            </p:nvSpPr>
            <p:spPr>
              <a:xfrm flipH="1">
                <a:off x="8040960" y="3875400"/>
                <a:ext cx="343800" cy="47160"/>
              </a:xfrm>
              <a:custGeom>
                <a:avLst/>
                <a:gdLst>
                  <a:gd name="textAreaLeft" fmla="*/ -360 w 343800"/>
                  <a:gd name="textAreaRight" fmla="*/ 343800 w 34380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9284" h="1283">
                    <a:moveTo>
                      <a:pt x="1" y="0"/>
                    </a:moveTo>
                    <a:lnTo>
                      <a:pt x="1" y="1283"/>
                    </a:lnTo>
                    <a:lnTo>
                      <a:pt x="9283" y="1283"/>
                    </a:lnTo>
                    <a:lnTo>
                      <a:pt x="9283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1686;p59">
                <a:extLst>
                  <a:ext uri="{FF2B5EF4-FFF2-40B4-BE49-F238E27FC236}">
                    <a16:creationId xmlns:a16="http://schemas.microsoft.com/office/drawing/2014/main" id="{77E9BB8E-1DAA-0CBA-6A1A-626C0466F3FA}"/>
                  </a:ext>
                </a:extLst>
              </p:cNvPr>
              <p:cNvSpPr/>
              <p:nvPr/>
            </p:nvSpPr>
            <p:spPr>
              <a:xfrm flipH="1">
                <a:off x="7870320" y="3967560"/>
                <a:ext cx="356400" cy="47160"/>
              </a:xfrm>
              <a:custGeom>
                <a:avLst/>
                <a:gdLst>
                  <a:gd name="textAreaLeft" fmla="*/ 360 w 356400"/>
                  <a:gd name="textAreaRight" fmla="*/ 357120 w 35640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9618" h="1283">
                    <a:moveTo>
                      <a:pt x="1" y="0"/>
                    </a:moveTo>
                    <a:lnTo>
                      <a:pt x="1" y="1282"/>
                    </a:lnTo>
                    <a:lnTo>
                      <a:pt x="9618" y="1282"/>
                    </a:lnTo>
                    <a:lnTo>
                      <a:pt x="9618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1687;p59">
                <a:extLst>
                  <a:ext uri="{FF2B5EF4-FFF2-40B4-BE49-F238E27FC236}">
                    <a16:creationId xmlns:a16="http://schemas.microsoft.com/office/drawing/2014/main" id="{62C9672F-BEA2-3ED9-F885-5F75AA425F22}"/>
                  </a:ext>
                </a:extLst>
              </p:cNvPr>
              <p:cNvSpPr/>
              <p:nvPr/>
            </p:nvSpPr>
            <p:spPr>
              <a:xfrm flipH="1">
                <a:off x="8227800" y="3967560"/>
                <a:ext cx="157680" cy="47160"/>
              </a:xfrm>
              <a:custGeom>
                <a:avLst/>
                <a:gdLst>
                  <a:gd name="textAreaLeft" fmla="*/ 360 w 157680"/>
                  <a:gd name="textAreaRight" fmla="*/ 158400 w 1576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4266" h="1283">
                    <a:moveTo>
                      <a:pt x="1" y="0"/>
                    </a:moveTo>
                    <a:lnTo>
                      <a:pt x="1" y="1282"/>
                    </a:lnTo>
                    <a:lnTo>
                      <a:pt x="4266" y="1282"/>
                    </a:lnTo>
                    <a:lnTo>
                      <a:pt x="426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" name="Google Shape;1688;p59">
                <a:extLst>
                  <a:ext uri="{FF2B5EF4-FFF2-40B4-BE49-F238E27FC236}">
                    <a16:creationId xmlns:a16="http://schemas.microsoft.com/office/drawing/2014/main" id="{3B4575A2-6E85-292E-FE88-47E405BB92FC}"/>
                  </a:ext>
                </a:extLst>
              </p:cNvPr>
              <p:cNvSpPr/>
              <p:nvPr/>
            </p:nvSpPr>
            <p:spPr>
              <a:xfrm flipH="1">
                <a:off x="7870320" y="4060440"/>
                <a:ext cx="257040" cy="47160"/>
              </a:xfrm>
              <a:custGeom>
                <a:avLst/>
                <a:gdLst>
                  <a:gd name="textAreaLeft" fmla="*/ 360 w 257040"/>
                  <a:gd name="textAreaRight" fmla="*/ 257760 w 25704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6942" h="1284">
                    <a:moveTo>
                      <a:pt x="1" y="1"/>
                    </a:moveTo>
                    <a:lnTo>
                      <a:pt x="1" y="1283"/>
                    </a:lnTo>
                    <a:lnTo>
                      <a:pt x="6942" y="1283"/>
                    </a:lnTo>
                    <a:lnTo>
                      <a:pt x="6942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" name="Google Shape;1689;p59">
                <a:extLst>
                  <a:ext uri="{FF2B5EF4-FFF2-40B4-BE49-F238E27FC236}">
                    <a16:creationId xmlns:a16="http://schemas.microsoft.com/office/drawing/2014/main" id="{F8EE8C57-9DBB-0C93-B966-477CEBC620B2}"/>
                  </a:ext>
                </a:extLst>
              </p:cNvPr>
              <p:cNvSpPr/>
              <p:nvPr/>
            </p:nvSpPr>
            <p:spPr>
              <a:xfrm flipH="1">
                <a:off x="8128800" y="4060440"/>
                <a:ext cx="257040" cy="47160"/>
              </a:xfrm>
              <a:custGeom>
                <a:avLst/>
                <a:gdLst>
                  <a:gd name="textAreaLeft" fmla="*/ 360 w 257040"/>
                  <a:gd name="textAreaRight" fmla="*/ 257760 w 25704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6942" h="1284">
                    <a:moveTo>
                      <a:pt x="1" y="1"/>
                    </a:moveTo>
                    <a:lnTo>
                      <a:pt x="1" y="1283"/>
                    </a:lnTo>
                    <a:lnTo>
                      <a:pt x="6942" y="1283"/>
                    </a:lnTo>
                    <a:lnTo>
                      <a:pt x="6942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" name="Google Shape;1690;p59">
                <a:extLst>
                  <a:ext uri="{FF2B5EF4-FFF2-40B4-BE49-F238E27FC236}">
                    <a16:creationId xmlns:a16="http://schemas.microsoft.com/office/drawing/2014/main" id="{3A85ECFE-E21E-92DD-CB5F-C1705337F615}"/>
                  </a:ext>
                </a:extLst>
              </p:cNvPr>
              <p:cNvSpPr/>
              <p:nvPr/>
            </p:nvSpPr>
            <p:spPr>
              <a:xfrm flipH="1">
                <a:off x="7869600" y="4152240"/>
                <a:ext cx="419400" cy="47160"/>
              </a:xfrm>
              <a:custGeom>
                <a:avLst/>
                <a:gdLst>
                  <a:gd name="textAreaLeft" fmla="*/ -360 w 419400"/>
                  <a:gd name="textAreaRight" fmla="*/ 419400 w 41940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11318" h="1284">
                    <a:moveTo>
                      <a:pt x="0" y="1"/>
                    </a:moveTo>
                    <a:lnTo>
                      <a:pt x="0" y="1283"/>
                    </a:lnTo>
                    <a:lnTo>
                      <a:pt x="11318" y="1283"/>
                    </a:lnTo>
                    <a:lnTo>
                      <a:pt x="11318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" name="Google Shape;1691;p59">
                <a:extLst>
                  <a:ext uri="{FF2B5EF4-FFF2-40B4-BE49-F238E27FC236}">
                    <a16:creationId xmlns:a16="http://schemas.microsoft.com/office/drawing/2014/main" id="{703FBEA7-AA4A-D542-629C-AD39F44178E6}"/>
                  </a:ext>
                </a:extLst>
              </p:cNvPr>
              <p:cNvSpPr/>
              <p:nvPr/>
            </p:nvSpPr>
            <p:spPr>
              <a:xfrm flipH="1">
                <a:off x="8290080" y="4152240"/>
                <a:ext cx="94680" cy="47160"/>
              </a:xfrm>
              <a:custGeom>
                <a:avLst/>
                <a:gdLst>
                  <a:gd name="textAreaLeft" fmla="*/ -360 w 94680"/>
                  <a:gd name="textAreaRight" fmla="*/ 94680 w 946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2566" h="1284">
                    <a:moveTo>
                      <a:pt x="1" y="1"/>
                    </a:moveTo>
                    <a:lnTo>
                      <a:pt x="1" y="1283"/>
                    </a:lnTo>
                    <a:lnTo>
                      <a:pt x="2565" y="1283"/>
                    </a:lnTo>
                    <a:lnTo>
                      <a:pt x="2565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" name="Google Shape;1692;p59">
                <a:extLst>
                  <a:ext uri="{FF2B5EF4-FFF2-40B4-BE49-F238E27FC236}">
                    <a16:creationId xmlns:a16="http://schemas.microsoft.com/office/drawing/2014/main" id="{486F795B-80A2-484B-1E0E-9BF44DCD09F1}"/>
                  </a:ext>
                </a:extLst>
              </p:cNvPr>
              <p:cNvSpPr/>
              <p:nvPr/>
            </p:nvSpPr>
            <p:spPr>
              <a:xfrm flipH="1">
                <a:off x="8563680" y="3927960"/>
                <a:ext cx="218880" cy="219960"/>
              </a:xfrm>
              <a:custGeom>
                <a:avLst/>
                <a:gdLst>
                  <a:gd name="textAreaLeft" fmla="*/ 360 w 218880"/>
                  <a:gd name="textAreaRight" fmla="*/ 219600 w 21888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5911" h="5939">
                    <a:moveTo>
                      <a:pt x="2955" y="335"/>
                    </a:moveTo>
                    <a:cubicBezTo>
                      <a:pt x="4405" y="335"/>
                      <a:pt x="5604" y="1506"/>
                      <a:pt x="5604" y="2984"/>
                    </a:cubicBezTo>
                    <a:cubicBezTo>
                      <a:pt x="5604" y="4433"/>
                      <a:pt x="4405" y="5632"/>
                      <a:pt x="2955" y="5632"/>
                    </a:cubicBezTo>
                    <a:cubicBezTo>
                      <a:pt x="1478" y="5632"/>
                      <a:pt x="307" y="4433"/>
                      <a:pt x="307" y="2984"/>
                    </a:cubicBezTo>
                    <a:cubicBezTo>
                      <a:pt x="307" y="1506"/>
                      <a:pt x="1478" y="335"/>
                      <a:pt x="2955" y="335"/>
                    </a:cubicBezTo>
                    <a:close/>
                    <a:moveTo>
                      <a:pt x="2955" y="1"/>
                    </a:moveTo>
                    <a:cubicBezTo>
                      <a:pt x="1311" y="1"/>
                      <a:pt x="1" y="1339"/>
                      <a:pt x="1" y="2984"/>
                    </a:cubicBezTo>
                    <a:cubicBezTo>
                      <a:pt x="1" y="4600"/>
                      <a:pt x="1311" y="5938"/>
                      <a:pt x="2955" y="5938"/>
                    </a:cubicBezTo>
                    <a:cubicBezTo>
                      <a:pt x="4600" y="5938"/>
                      <a:pt x="5910" y="4600"/>
                      <a:pt x="5910" y="2984"/>
                    </a:cubicBezTo>
                    <a:cubicBezTo>
                      <a:pt x="5910" y="1339"/>
                      <a:pt x="4600" y="1"/>
                      <a:pt x="29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1693;p59">
                <a:extLst>
                  <a:ext uri="{FF2B5EF4-FFF2-40B4-BE49-F238E27FC236}">
                    <a16:creationId xmlns:a16="http://schemas.microsoft.com/office/drawing/2014/main" id="{8BC38655-A918-3E21-4749-521DC54CB852}"/>
                  </a:ext>
                </a:extLst>
              </p:cNvPr>
              <p:cNvSpPr/>
              <p:nvPr/>
            </p:nvSpPr>
            <p:spPr>
              <a:xfrm flipH="1">
                <a:off x="8632440" y="3976920"/>
                <a:ext cx="108360" cy="124560"/>
              </a:xfrm>
              <a:custGeom>
                <a:avLst/>
                <a:gdLst>
                  <a:gd name="textAreaLeft" fmla="*/ -360 w 108360"/>
                  <a:gd name="textAreaRight" fmla="*/ 108360 w 108360"/>
                  <a:gd name="textAreaTop" fmla="*/ 0 h 124560"/>
                  <a:gd name="textAreaBottom" fmla="*/ 124920 h 124560"/>
                </a:gdLst>
                <a:ahLst/>
                <a:cxnLst/>
                <a:rect l="textAreaLeft" t="textAreaTop" r="textAreaRight" b="textAreaBottom"/>
                <a:pathLst>
                  <a:path w="2928" h="3373">
                    <a:moveTo>
                      <a:pt x="2593" y="502"/>
                    </a:moveTo>
                    <a:lnTo>
                      <a:pt x="2593" y="2788"/>
                    </a:lnTo>
                    <a:lnTo>
                      <a:pt x="642" y="1673"/>
                    </a:lnTo>
                    <a:lnTo>
                      <a:pt x="2593" y="502"/>
                    </a:lnTo>
                    <a:close/>
                    <a:moveTo>
                      <a:pt x="2928" y="0"/>
                    </a:moveTo>
                    <a:lnTo>
                      <a:pt x="1" y="1673"/>
                    </a:lnTo>
                    <a:lnTo>
                      <a:pt x="2928" y="3373"/>
                    </a:lnTo>
                    <a:lnTo>
                      <a:pt x="29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280" bIns="62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1694;p59">
                <a:extLst>
                  <a:ext uri="{FF2B5EF4-FFF2-40B4-BE49-F238E27FC236}">
                    <a16:creationId xmlns:a16="http://schemas.microsoft.com/office/drawing/2014/main" id="{A4B9B878-62C3-8C45-6301-2057A801EEF2}"/>
                  </a:ext>
                </a:extLst>
              </p:cNvPr>
              <p:cNvSpPr/>
              <p:nvPr/>
            </p:nvSpPr>
            <p:spPr>
              <a:xfrm flipH="1">
                <a:off x="7956000" y="270144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79">
                    <a:moveTo>
                      <a:pt x="1199" y="0"/>
                    </a:moveTo>
                    <a:cubicBezTo>
                      <a:pt x="530" y="0"/>
                      <a:pt x="1" y="502"/>
                      <a:pt x="1" y="1171"/>
                    </a:cubicBezTo>
                    <a:lnTo>
                      <a:pt x="1" y="5380"/>
                    </a:lnTo>
                    <a:cubicBezTo>
                      <a:pt x="29" y="6049"/>
                      <a:pt x="530" y="6579"/>
                      <a:pt x="1199" y="6579"/>
                    </a:cubicBezTo>
                    <a:lnTo>
                      <a:pt x="9701" y="6579"/>
                    </a:lnTo>
                    <a:cubicBezTo>
                      <a:pt x="10370" y="6579"/>
                      <a:pt x="10900" y="6049"/>
                      <a:pt x="10900" y="5380"/>
                    </a:cubicBezTo>
                    <a:lnTo>
                      <a:pt x="10900" y="1171"/>
                    </a:lnTo>
                    <a:cubicBezTo>
                      <a:pt x="10900" y="502"/>
                      <a:pt x="10370" y="0"/>
                      <a:pt x="97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" name="Google Shape;1695;p59">
                <a:extLst>
                  <a:ext uri="{FF2B5EF4-FFF2-40B4-BE49-F238E27FC236}">
                    <a16:creationId xmlns:a16="http://schemas.microsoft.com/office/drawing/2014/main" id="{4B31EB67-CD45-52DC-18BA-81AEF2693457}"/>
                  </a:ext>
                </a:extLst>
              </p:cNvPr>
              <p:cNvSpPr/>
              <p:nvPr/>
            </p:nvSpPr>
            <p:spPr>
              <a:xfrm flipH="1">
                <a:off x="7950240" y="2696400"/>
                <a:ext cx="412200" cy="253800"/>
              </a:xfrm>
              <a:custGeom>
                <a:avLst/>
                <a:gdLst>
                  <a:gd name="textAreaLeft" fmla="*/ -360 w 412200"/>
                  <a:gd name="textAreaRight" fmla="*/ 412200 w 41220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23" h="6858">
                    <a:moveTo>
                      <a:pt x="9784" y="279"/>
                    </a:moveTo>
                    <a:cubicBezTo>
                      <a:pt x="10370" y="279"/>
                      <a:pt x="10871" y="753"/>
                      <a:pt x="10871" y="1367"/>
                    </a:cubicBezTo>
                    <a:lnTo>
                      <a:pt x="10871" y="5576"/>
                    </a:lnTo>
                    <a:cubicBezTo>
                      <a:pt x="10871" y="6161"/>
                      <a:pt x="10370" y="6663"/>
                      <a:pt x="9784" y="6663"/>
                    </a:cubicBezTo>
                    <a:lnTo>
                      <a:pt x="1282" y="6663"/>
                    </a:lnTo>
                    <a:cubicBezTo>
                      <a:pt x="697" y="6663"/>
                      <a:pt x="195" y="6161"/>
                      <a:pt x="195" y="5576"/>
                    </a:cubicBezTo>
                    <a:lnTo>
                      <a:pt x="195" y="1367"/>
                    </a:lnTo>
                    <a:cubicBezTo>
                      <a:pt x="195" y="753"/>
                      <a:pt x="697" y="279"/>
                      <a:pt x="1282" y="279"/>
                    </a:cubicBezTo>
                    <a:close/>
                    <a:moveTo>
                      <a:pt x="1310" y="1"/>
                    </a:moveTo>
                    <a:cubicBezTo>
                      <a:pt x="585" y="1"/>
                      <a:pt x="0" y="586"/>
                      <a:pt x="0" y="1311"/>
                    </a:cubicBezTo>
                    <a:lnTo>
                      <a:pt x="0" y="5548"/>
                    </a:lnTo>
                    <a:cubicBezTo>
                      <a:pt x="0" y="6273"/>
                      <a:pt x="558" y="6858"/>
                      <a:pt x="1282" y="6858"/>
                    </a:cubicBezTo>
                    <a:lnTo>
                      <a:pt x="9784" y="6858"/>
                    </a:lnTo>
                    <a:cubicBezTo>
                      <a:pt x="10509" y="6858"/>
                      <a:pt x="11122" y="6273"/>
                      <a:pt x="11122" y="5548"/>
                    </a:cubicBezTo>
                    <a:lnTo>
                      <a:pt x="11122" y="1311"/>
                    </a:lnTo>
                    <a:cubicBezTo>
                      <a:pt x="11122" y="586"/>
                      <a:pt x="10509" y="1"/>
                      <a:pt x="97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" name="Google Shape;1696;p59">
                <a:extLst>
                  <a:ext uri="{FF2B5EF4-FFF2-40B4-BE49-F238E27FC236}">
                    <a16:creationId xmlns:a16="http://schemas.microsoft.com/office/drawing/2014/main" id="{26DF07C2-9F82-9BD7-8056-A6CDCA53420F}"/>
                  </a:ext>
                </a:extLst>
              </p:cNvPr>
              <p:cNvSpPr/>
              <p:nvPr/>
            </p:nvSpPr>
            <p:spPr>
              <a:xfrm flipH="1">
                <a:off x="8429400" y="270144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79">
                    <a:moveTo>
                      <a:pt x="1227" y="0"/>
                    </a:moveTo>
                    <a:cubicBezTo>
                      <a:pt x="558" y="0"/>
                      <a:pt x="29" y="502"/>
                      <a:pt x="29" y="1171"/>
                    </a:cubicBezTo>
                    <a:lnTo>
                      <a:pt x="29" y="5380"/>
                    </a:lnTo>
                    <a:cubicBezTo>
                      <a:pt x="1" y="6049"/>
                      <a:pt x="558" y="6579"/>
                      <a:pt x="1227" y="6579"/>
                    </a:cubicBezTo>
                    <a:lnTo>
                      <a:pt x="9729" y="6579"/>
                    </a:lnTo>
                    <a:cubicBezTo>
                      <a:pt x="10370" y="6579"/>
                      <a:pt x="10900" y="6049"/>
                      <a:pt x="10900" y="5380"/>
                    </a:cubicBezTo>
                    <a:lnTo>
                      <a:pt x="10900" y="1171"/>
                    </a:lnTo>
                    <a:cubicBezTo>
                      <a:pt x="10900" y="502"/>
                      <a:pt x="10370" y="0"/>
                      <a:pt x="97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" name="Google Shape;1697;p59">
                <a:extLst>
                  <a:ext uri="{FF2B5EF4-FFF2-40B4-BE49-F238E27FC236}">
                    <a16:creationId xmlns:a16="http://schemas.microsoft.com/office/drawing/2014/main" id="{E8684EB0-2E4C-2974-734E-7F42F119DB93}"/>
                  </a:ext>
                </a:extLst>
              </p:cNvPr>
              <p:cNvSpPr/>
              <p:nvPr/>
            </p:nvSpPr>
            <p:spPr>
              <a:xfrm flipH="1">
                <a:off x="8423640" y="2696400"/>
                <a:ext cx="412920" cy="253800"/>
              </a:xfrm>
              <a:custGeom>
                <a:avLst/>
                <a:gdLst>
                  <a:gd name="textAreaLeft" fmla="*/ -360 w 412920"/>
                  <a:gd name="textAreaRight" fmla="*/ 412920 w 41292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51" h="6858">
                    <a:moveTo>
                      <a:pt x="9840" y="279"/>
                    </a:moveTo>
                    <a:cubicBezTo>
                      <a:pt x="10426" y="279"/>
                      <a:pt x="10899" y="753"/>
                      <a:pt x="10899" y="1367"/>
                    </a:cubicBezTo>
                    <a:lnTo>
                      <a:pt x="10899" y="5576"/>
                    </a:lnTo>
                    <a:cubicBezTo>
                      <a:pt x="10899" y="6161"/>
                      <a:pt x="10426" y="6663"/>
                      <a:pt x="9840" y="6663"/>
                    </a:cubicBezTo>
                    <a:lnTo>
                      <a:pt x="1338" y="6663"/>
                    </a:lnTo>
                    <a:cubicBezTo>
                      <a:pt x="725" y="6663"/>
                      <a:pt x="251" y="6161"/>
                      <a:pt x="251" y="5576"/>
                    </a:cubicBezTo>
                    <a:lnTo>
                      <a:pt x="251" y="1367"/>
                    </a:lnTo>
                    <a:cubicBezTo>
                      <a:pt x="251" y="753"/>
                      <a:pt x="725" y="279"/>
                      <a:pt x="1338" y="279"/>
                    </a:cubicBezTo>
                    <a:close/>
                    <a:moveTo>
                      <a:pt x="1338" y="1"/>
                    </a:moveTo>
                    <a:cubicBezTo>
                      <a:pt x="586" y="1"/>
                      <a:pt x="0" y="586"/>
                      <a:pt x="0" y="1311"/>
                    </a:cubicBezTo>
                    <a:lnTo>
                      <a:pt x="0" y="5548"/>
                    </a:lnTo>
                    <a:cubicBezTo>
                      <a:pt x="0" y="6273"/>
                      <a:pt x="586" y="6858"/>
                      <a:pt x="1338" y="6858"/>
                    </a:cubicBezTo>
                    <a:lnTo>
                      <a:pt x="9840" y="6858"/>
                    </a:lnTo>
                    <a:cubicBezTo>
                      <a:pt x="10565" y="6858"/>
                      <a:pt x="11150" y="6273"/>
                      <a:pt x="11150" y="5548"/>
                    </a:cubicBezTo>
                    <a:lnTo>
                      <a:pt x="11150" y="1311"/>
                    </a:lnTo>
                    <a:cubicBezTo>
                      <a:pt x="11150" y="586"/>
                      <a:pt x="10565" y="1"/>
                      <a:pt x="98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1698;p59">
                <a:extLst>
                  <a:ext uri="{FF2B5EF4-FFF2-40B4-BE49-F238E27FC236}">
                    <a16:creationId xmlns:a16="http://schemas.microsoft.com/office/drawing/2014/main" id="{2E270F6A-2406-66E7-BBED-FD12E6898BCE}"/>
                  </a:ext>
                </a:extLst>
              </p:cNvPr>
              <p:cNvSpPr/>
              <p:nvPr/>
            </p:nvSpPr>
            <p:spPr>
              <a:xfrm flipH="1">
                <a:off x="7956000" y="238716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80">
                    <a:moveTo>
                      <a:pt x="1199" y="1"/>
                    </a:moveTo>
                    <a:cubicBezTo>
                      <a:pt x="530" y="1"/>
                      <a:pt x="1" y="531"/>
                      <a:pt x="1" y="1200"/>
                    </a:cubicBezTo>
                    <a:lnTo>
                      <a:pt x="1" y="5409"/>
                    </a:lnTo>
                    <a:cubicBezTo>
                      <a:pt x="29" y="6078"/>
                      <a:pt x="530" y="6580"/>
                      <a:pt x="1199" y="6580"/>
                    </a:cubicBezTo>
                    <a:lnTo>
                      <a:pt x="9701" y="6580"/>
                    </a:lnTo>
                    <a:cubicBezTo>
                      <a:pt x="10370" y="6580"/>
                      <a:pt x="10900" y="6078"/>
                      <a:pt x="10900" y="5409"/>
                    </a:cubicBezTo>
                    <a:lnTo>
                      <a:pt x="10900" y="1200"/>
                    </a:lnTo>
                    <a:cubicBezTo>
                      <a:pt x="10900" y="531"/>
                      <a:pt x="10370" y="1"/>
                      <a:pt x="97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" name="Google Shape;1699;p59">
                <a:extLst>
                  <a:ext uri="{FF2B5EF4-FFF2-40B4-BE49-F238E27FC236}">
                    <a16:creationId xmlns:a16="http://schemas.microsoft.com/office/drawing/2014/main" id="{2D0E2E0E-A299-0E80-DB97-EF4F4959663C}"/>
                  </a:ext>
                </a:extLst>
              </p:cNvPr>
              <p:cNvSpPr/>
              <p:nvPr/>
            </p:nvSpPr>
            <p:spPr>
              <a:xfrm flipH="1">
                <a:off x="7950240" y="2382120"/>
                <a:ext cx="412200" cy="253800"/>
              </a:xfrm>
              <a:custGeom>
                <a:avLst/>
                <a:gdLst>
                  <a:gd name="textAreaLeft" fmla="*/ -360 w 412200"/>
                  <a:gd name="textAreaRight" fmla="*/ 412200 w 41220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23" h="6858">
                    <a:moveTo>
                      <a:pt x="9784" y="251"/>
                    </a:moveTo>
                    <a:cubicBezTo>
                      <a:pt x="10370" y="251"/>
                      <a:pt x="10871" y="725"/>
                      <a:pt x="10871" y="1339"/>
                    </a:cubicBezTo>
                    <a:lnTo>
                      <a:pt x="10871" y="5548"/>
                    </a:lnTo>
                    <a:cubicBezTo>
                      <a:pt x="10871" y="6133"/>
                      <a:pt x="10370" y="6607"/>
                      <a:pt x="9784" y="6607"/>
                    </a:cubicBezTo>
                    <a:lnTo>
                      <a:pt x="1282" y="6607"/>
                    </a:lnTo>
                    <a:cubicBezTo>
                      <a:pt x="697" y="6607"/>
                      <a:pt x="195" y="6133"/>
                      <a:pt x="195" y="5548"/>
                    </a:cubicBezTo>
                    <a:lnTo>
                      <a:pt x="195" y="1339"/>
                    </a:lnTo>
                    <a:cubicBezTo>
                      <a:pt x="195" y="725"/>
                      <a:pt x="697" y="251"/>
                      <a:pt x="1282" y="251"/>
                    </a:cubicBezTo>
                    <a:close/>
                    <a:moveTo>
                      <a:pt x="1310" y="1"/>
                    </a:moveTo>
                    <a:cubicBezTo>
                      <a:pt x="585" y="1"/>
                      <a:pt x="0" y="586"/>
                      <a:pt x="0" y="1339"/>
                    </a:cubicBezTo>
                    <a:lnTo>
                      <a:pt x="0" y="5548"/>
                    </a:lnTo>
                    <a:cubicBezTo>
                      <a:pt x="0" y="6273"/>
                      <a:pt x="558" y="6830"/>
                      <a:pt x="1282" y="6858"/>
                    </a:cubicBezTo>
                    <a:lnTo>
                      <a:pt x="9784" y="6858"/>
                    </a:lnTo>
                    <a:cubicBezTo>
                      <a:pt x="10509" y="6858"/>
                      <a:pt x="11122" y="6273"/>
                      <a:pt x="11122" y="5548"/>
                    </a:cubicBezTo>
                    <a:lnTo>
                      <a:pt x="11122" y="1339"/>
                    </a:lnTo>
                    <a:cubicBezTo>
                      <a:pt x="11122" y="586"/>
                      <a:pt x="10509" y="1"/>
                      <a:pt x="97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" name="Google Shape;1700;p59">
                <a:extLst>
                  <a:ext uri="{FF2B5EF4-FFF2-40B4-BE49-F238E27FC236}">
                    <a16:creationId xmlns:a16="http://schemas.microsoft.com/office/drawing/2014/main" id="{0AC29BDB-F298-727A-9CEC-E0C39EF43701}"/>
                  </a:ext>
                </a:extLst>
              </p:cNvPr>
              <p:cNvSpPr/>
              <p:nvPr/>
            </p:nvSpPr>
            <p:spPr>
              <a:xfrm flipH="1">
                <a:off x="8429400" y="238716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80">
                    <a:moveTo>
                      <a:pt x="1227" y="1"/>
                    </a:moveTo>
                    <a:cubicBezTo>
                      <a:pt x="558" y="1"/>
                      <a:pt x="29" y="531"/>
                      <a:pt x="29" y="1200"/>
                    </a:cubicBezTo>
                    <a:lnTo>
                      <a:pt x="29" y="5409"/>
                    </a:lnTo>
                    <a:cubicBezTo>
                      <a:pt x="1" y="6078"/>
                      <a:pt x="558" y="6580"/>
                      <a:pt x="1227" y="6580"/>
                    </a:cubicBezTo>
                    <a:lnTo>
                      <a:pt x="9729" y="6580"/>
                    </a:lnTo>
                    <a:cubicBezTo>
                      <a:pt x="10370" y="6580"/>
                      <a:pt x="10900" y="6078"/>
                      <a:pt x="10900" y="5409"/>
                    </a:cubicBezTo>
                    <a:lnTo>
                      <a:pt x="10900" y="1200"/>
                    </a:lnTo>
                    <a:cubicBezTo>
                      <a:pt x="10900" y="531"/>
                      <a:pt x="10370" y="1"/>
                      <a:pt x="97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1701;p59">
                <a:extLst>
                  <a:ext uri="{FF2B5EF4-FFF2-40B4-BE49-F238E27FC236}">
                    <a16:creationId xmlns:a16="http://schemas.microsoft.com/office/drawing/2014/main" id="{C7172568-0A51-6DF4-5A76-9EB115596393}"/>
                  </a:ext>
                </a:extLst>
              </p:cNvPr>
              <p:cNvSpPr/>
              <p:nvPr/>
            </p:nvSpPr>
            <p:spPr>
              <a:xfrm flipH="1">
                <a:off x="8423640" y="2382120"/>
                <a:ext cx="412920" cy="253800"/>
              </a:xfrm>
              <a:custGeom>
                <a:avLst/>
                <a:gdLst>
                  <a:gd name="textAreaLeft" fmla="*/ -360 w 412920"/>
                  <a:gd name="textAreaRight" fmla="*/ 412920 w 41292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51" h="6858">
                    <a:moveTo>
                      <a:pt x="9840" y="251"/>
                    </a:moveTo>
                    <a:cubicBezTo>
                      <a:pt x="10426" y="251"/>
                      <a:pt x="10899" y="725"/>
                      <a:pt x="10899" y="1339"/>
                    </a:cubicBezTo>
                    <a:lnTo>
                      <a:pt x="10899" y="5548"/>
                    </a:lnTo>
                    <a:cubicBezTo>
                      <a:pt x="10899" y="6133"/>
                      <a:pt x="10426" y="6607"/>
                      <a:pt x="9840" y="6607"/>
                    </a:cubicBezTo>
                    <a:lnTo>
                      <a:pt x="1338" y="6607"/>
                    </a:lnTo>
                    <a:cubicBezTo>
                      <a:pt x="725" y="6607"/>
                      <a:pt x="251" y="6133"/>
                      <a:pt x="251" y="5548"/>
                    </a:cubicBezTo>
                    <a:lnTo>
                      <a:pt x="251" y="1339"/>
                    </a:lnTo>
                    <a:cubicBezTo>
                      <a:pt x="251" y="725"/>
                      <a:pt x="725" y="251"/>
                      <a:pt x="1338" y="251"/>
                    </a:cubicBezTo>
                    <a:close/>
                    <a:moveTo>
                      <a:pt x="1338" y="1"/>
                    </a:moveTo>
                    <a:cubicBezTo>
                      <a:pt x="586" y="1"/>
                      <a:pt x="0" y="586"/>
                      <a:pt x="0" y="1339"/>
                    </a:cubicBezTo>
                    <a:lnTo>
                      <a:pt x="0" y="5548"/>
                    </a:lnTo>
                    <a:cubicBezTo>
                      <a:pt x="0" y="6273"/>
                      <a:pt x="586" y="6830"/>
                      <a:pt x="1338" y="6858"/>
                    </a:cubicBezTo>
                    <a:lnTo>
                      <a:pt x="9840" y="6858"/>
                    </a:lnTo>
                    <a:cubicBezTo>
                      <a:pt x="10565" y="6858"/>
                      <a:pt x="11150" y="6273"/>
                      <a:pt x="11150" y="5548"/>
                    </a:cubicBezTo>
                    <a:lnTo>
                      <a:pt x="11150" y="1339"/>
                    </a:lnTo>
                    <a:cubicBezTo>
                      <a:pt x="11150" y="586"/>
                      <a:pt x="10565" y="1"/>
                      <a:pt x="98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1702;p59">
                <a:extLst>
                  <a:ext uri="{FF2B5EF4-FFF2-40B4-BE49-F238E27FC236}">
                    <a16:creationId xmlns:a16="http://schemas.microsoft.com/office/drawing/2014/main" id="{B56F6898-09F5-20B2-DB98-CFC56D56B8DB}"/>
                  </a:ext>
                </a:extLst>
              </p:cNvPr>
              <p:cNvSpPr/>
              <p:nvPr/>
            </p:nvSpPr>
            <p:spPr>
              <a:xfrm flipH="1">
                <a:off x="7956000" y="3004200"/>
                <a:ext cx="403920" cy="24444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4440"/>
                  <a:gd name="textAreaBottom" fmla="*/ 244800 h 244440"/>
                </a:gdLst>
                <a:ahLst/>
                <a:cxnLst/>
                <a:rect l="textAreaLeft" t="textAreaTop" r="textAreaRight" b="textAreaBottom"/>
                <a:pathLst>
                  <a:path w="10900" h="6607">
                    <a:moveTo>
                      <a:pt x="1199" y="0"/>
                    </a:moveTo>
                    <a:cubicBezTo>
                      <a:pt x="530" y="0"/>
                      <a:pt x="1" y="530"/>
                      <a:pt x="1" y="1199"/>
                    </a:cubicBezTo>
                    <a:lnTo>
                      <a:pt x="1" y="5408"/>
                    </a:lnTo>
                    <a:cubicBezTo>
                      <a:pt x="29" y="6077"/>
                      <a:pt x="530" y="6607"/>
                      <a:pt x="1199" y="6607"/>
                    </a:cubicBezTo>
                    <a:lnTo>
                      <a:pt x="9701" y="6607"/>
                    </a:lnTo>
                    <a:cubicBezTo>
                      <a:pt x="10370" y="6607"/>
                      <a:pt x="10900" y="6077"/>
                      <a:pt x="10900" y="5408"/>
                    </a:cubicBezTo>
                    <a:lnTo>
                      <a:pt x="10900" y="1199"/>
                    </a:lnTo>
                    <a:cubicBezTo>
                      <a:pt x="10900" y="530"/>
                      <a:pt x="10370" y="0"/>
                      <a:pt x="97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1703;p59">
                <a:extLst>
                  <a:ext uri="{FF2B5EF4-FFF2-40B4-BE49-F238E27FC236}">
                    <a16:creationId xmlns:a16="http://schemas.microsoft.com/office/drawing/2014/main" id="{A1C454F1-DBD7-25C2-F790-6B673B454891}"/>
                  </a:ext>
                </a:extLst>
              </p:cNvPr>
              <p:cNvSpPr/>
              <p:nvPr/>
            </p:nvSpPr>
            <p:spPr>
              <a:xfrm flipH="1">
                <a:off x="7950240" y="3000240"/>
                <a:ext cx="412200" cy="253800"/>
              </a:xfrm>
              <a:custGeom>
                <a:avLst/>
                <a:gdLst>
                  <a:gd name="textAreaLeft" fmla="*/ -360 w 412200"/>
                  <a:gd name="textAreaRight" fmla="*/ 412200 w 41220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23" h="6859">
                    <a:moveTo>
                      <a:pt x="9784" y="224"/>
                    </a:moveTo>
                    <a:cubicBezTo>
                      <a:pt x="10370" y="224"/>
                      <a:pt x="10871" y="726"/>
                      <a:pt x="10871" y="1311"/>
                    </a:cubicBezTo>
                    <a:lnTo>
                      <a:pt x="10871" y="5520"/>
                    </a:lnTo>
                    <a:cubicBezTo>
                      <a:pt x="10871" y="6106"/>
                      <a:pt x="10370" y="6607"/>
                      <a:pt x="9784" y="6607"/>
                    </a:cubicBezTo>
                    <a:lnTo>
                      <a:pt x="1282" y="6607"/>
                    </a:lnTo>
                    <a:cubicBezTo>
                      <a:pt x="697" y="6607"/>
                      <a:pt x="195" y="6106"/>
                      <a:pt x="195" y="5520"/>
                    </a:cubicBezTo>
                    <a:lnTo>
                      <a:pt x="195" y="1311"/>
                    </a:lnTo>
                    <a:cubicBezTo>
                      <a:pt x="195" y="726"/>
                      <a:pt x="697" y="224"/>
                      <a:pt x="1282" y="224"/>
                    </a:cubicBezTo>
                    <a:close/>
                    <a:moveTo>
                      <a:pt x="1310" y="1"/>
                    </a:moveTo>
                    <a:cubicBezTo>
                      <a:pt x="585" y="1"/>
                      <a:pt x="0" y="586"/>
                      <a:pt x="0" y="1311"/>
                    </a:cubicBezTo>
                    <a:lnTo>
                      <a:pt x="0" y="5520"/>
                    </a:lnTo>
                    <a:cubicBezTo>
                      <a:pt x="0" y="6273"/>
                      <a:pt x="558" y="6830"/>
                      <a:pt x="1282" y="6858"/>
                    </a:cubicBezTo>
                    <a:lnTo>
                      <a:pt x="9784" y="6858"/>
                    </a:lnTo>
                    <a:cubicBezTo>
                      <a:pt x="10509" y="6858"/>
                      <a:pt x="11122" y="6273"/>
                      <a:pt x="11122" y="5520"/>
                    </a:cubicBezTo>
                    <a:lnTo>
                      <a:pt x="11122" y="1311"/>
                    </a:lnTo>
                    <a:cubicBezTo>
                      <a:pt x="11122" y="586"/>
                      <a:pt x="10509" y="1"/>
                      <a:pt x="97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" name="Google Shape;1704;p59">
                <a:extLst>
                  <a:ext uri="{FF2B5EF4-FFF2-40B4-BE49-F238E27FC236}">
                    <a16:creationId xmlns:a16="http://schemas.microsoft.com/office/drawing/2014/main" id="{3F023223-9C04-333B-EBB6-EC4B9F8BB11D}"/>
                  </a:ext>
                </a:extLst>
              </p:cNvPr>
              <p:cNvSpPr/>
              <p:nvPr/>
            </p:nvSpPr>
            <p:spPr>
              <a:xfrm flipH="1">
                <a:off x="8429400" y="3004200"/>
                <a:ext cx="403920" cy="24444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4440"/>
                  <a:gd name="textAreaBottom" fmla="*/ 244800 h 244440"/>
                </a:gdLst>
                <a:ahLst/>
                <a:cxnLst/>
                <a:rect l="textAreaLeft" t="textAreaTop" r="textAreaRight" b="textAreaBottom"/>
                <a:pathLst>
                  <a:path w="10900" h="6607">
                    <a:moveTo>
                      <a:pt x="1227" y="0"/>
                    </a:moveTo>
                    <a:cubicBezTo>
                      <a:pt x="558" y="0"/>
                      <a:pt x="29" y="530"/>
                      <a:pt x="29" y="1199"/>
                    </a:cubicBezTo>
                    <a:lnTo>
                      <a:pt x="29" y="5408"/>
                    </a:lnTo>
                    <a:cubicBezTo>
                      <a:pt x="1" y="6077"/>
                      <a:pt x="558" y="6607"/>
                      <a:pt x="1227" y="6607"/>
                    </a:cubicBezTo>
                    <a:lnTo>
                      <a:pt x="9729" y="6607"/>
                    </a:lnTo>
                    <a:cubicBezTo>
                      <a:pt x="10370" y="6607"/>
                      <a:pt x="10900" y="6077"/>
                      <a:pt x="10900" y="5408"/>
                    </a:cubicBezTo>
                    <a:lnTo>
                      <a:pt x="10900" y="1199"/>
                    </a:lnTo>
                    <a:cubicBezTo>
                      <a:pt x="10900" y="530"/>
                      <a:pt x="10370" y="0"/>
                      <a:pt x="97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" name="Google Shape;1705;p59">
                <a:extLst>
                  <a:ext uri="{FF2B5EF4-FFF2-40B4-BE49-F238E27FC236}">
                    <a16:creationId xmlns:a16="http://schemas.microsoft.com/office/drawing/2014/main" id="{68486E97-D43E-21AD-36A0-572460CE3C44}"/>
                  </a:ext>
                </a:extLst>
              </p:cNvPr>
              <p:cNvSpPr/>
              <p:nvPr/>
            </p:nvSpPr>
            <p:spPr>
              <a:xfrm flipH="1">
                <a:off x="8423640" y="3000240"/>
                <a:ext cx="412920" cy="253800"/>
              </a:xfrm>
              <a:custGeom>
                <a:avLst/>
                <a:gdLst>
                  <a:gd name="textAreaLeft" fmla="*/ -360 w 412920"/>
                  <a:gd name="textAreaRight" fmla="*/ 412920 w 41292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51" h="6859">
                    <a:moveTo>
                      <a:pt x="9840" y="224"/>
                    </a:moveTo>
                    <a:cubicBezTo>
                      <a:pt x="10426" y="224"/>
                      <a:pt x="10899" y="726"/>
                      <a:pt x="10899" y="1311"/>
                    </a:cubicBezTo>
                    <a:lnTo>
                      <a:pt x="10899" y="5520"/>
                    </a:lnTo>
                    <a:cubicBezTo>
                      <a:pt x="10899" y="6106"/>
                      <a:pt x="10426" y="6607"/>
                      <a:pt x="9840" y="6607"/>
                    </a:cubicBezTo>
                    <a:lnTo>
                      <a:pt x="1338" y="6607"/>
                    </a:lnTo>
                    <a:cubicBezTo>
                      <a:pt x="725" y="6607"/>
                      <a:pt x="251" y="6106"/>
                      <a:pt x="251" y="5520"/>
                    </a:cubicBezTo>
                    <a:lnTo>
                      <a:pt x="251" y="1311"/>
                    </a:lnTo>
                    <a:cubicBezTo>
                      <a:pt x="251" y="726"/>
                      <a:pt x="725" y="224"/>
                      <a:pt x="1338" y="224"/>
                    </a:cubicBezTo>
                    <a:close/>
                    <a:moveTo>
                      <a:pt x="1338" y="1"/>
                    </a:moveTo>
                    <a:cubicBezTo>
                      <a:pt x="586" y="1"/>
                      <a:pt x="0" y="586"/>
                      <a:pt x="0" y="1311"/>
                    </a:cubicBezTo>
                    <a:lnTo>
                      <a:pt x="0" y="5520"/>
                    </a:lnTo>
                    <a:cubicBezTo>
                      <a:pt x="0" y="6273"/>
                      <a:pt x="586" y="6830"/>
                      <a:pt x="1338" y="6858"/>
                    </a:cubicBezTo>
                    <a:lnTo>
                      <a:pt x="9840" y="6858"/>
                    </a:lnTo>
                    <a:cubicBezTo>
                      <a:pt x="10565" y="6858"/>
                      <a:pt x="11150" y="6273"/>
                      <a:pt x="11150" y="5520"/>
                    </a:cubicBezTo>
                    <a:lnTo>
                      <a:pt x="11150" y="1311"/>
                    </a:lnTo>
                    <a:cubicBezTo>
                      <a:pt x="11150" y="586"/>
                      <a:pt x="10565" y="1"/>
                      <a:pt x="98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" name="Google Shape;1706;p59">
                <a:extLst>
                  <a:ext uri="{FF2B5EF4-FFF2-40B4-BE49-F238E27FC236}">
                    <a16:creationId xmlns:a16="http://schemas.microsoft.com/office/drawing/2014/main" id="{DF580DF6-074F-A391-2BF8-1622BB1C1A42}"/>
                  </a:ext>
                </a:extLst>
              </p:cNvPr>
              <p:cNvSpPr/>
              <p:nvPr/>
            </p:nvSpPr>
            <p:spPr>
              <a:xfrm flipH="1">
                <a:off x="8519760" y="3441240"/>
                <a:ext cx="386280" cy="29520"/>
              </a:xfrm>
              <a:custGeom>
                <a:avLst/>
                <a:gdLst>
                  <a:gd name="textAreaLeft" fmla="*/ -360 w 386280"/>
                  <a:gd name="textAreaRight" fmla="*/ 386280 w 38628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0426" h="810">
                    <a:moveTo>
                      <a:pt x="1" y="1"/>
                    </a:moveTo>
                    <a:lnTo>
                      <a:pt x="1" y="809"/>
                    </a:lnTo>
                    <a:lnTo>
                      <a:pt x="10426" y="809"/>
                    </a:lnTo>
                    <a:lnTo>
                      <a:pt x="10426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" name="Google Shape;1707;p59">
                <a:extLst>
                  <a:ext uri="{FF2B5EF4-FFF2-40B4-BE49-F238E27FC236}">
                    <a16:creationId xmlns:a16="http://schemas.microsoft.com/office/drawing/2014/main" id="{CBE18448-0E6D-E8ED-B536-271016496EF0}"/>
                  </a:ext>
                </a:extLst>
              </p:cNvPr>
              <p:cNvSpPr/>
              <p:nvPr/>
            </p:nvSpPr>
            <p:spPr>
              <a:xfrm flipH="1">
                <a:off x="8519760" y="3520080"/>
                <a:ext cx="277560" cy="29520"/>
              </a:xfrm>
              <a:custGeom>
                <a:avLst/>
                <a:gdLst>
                  <a:gd name="textAreaLeft" fmla="*/ -360 w 277560"/>
                  <a:gd name="textAreaRight" fmla="*/ 277560 w 27756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7499" h="809">
                    <a:moveTo>
                      <a:pt x="0" y="0"/>
                    </a:moveTo>
                    <a:lnTo>
                      <a:pt x="0" y="809"/>
                    </a:lnTo>
                    <a:lnTo>
                      <a:pt x="7499" y="809"/>
                    </a:lnTo>
                    <a:lnTo>
                      <a:pt x="749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" name="Google Shape;1708;p59">
                <a:extLst>
                  <a:ext uri="{FF2B5EF4-FFF2-40B4-BE49-F238E27FC236}">
                    <a16:creationId xmlns:a16="http://schemas.microsoft.com/office/drawing/2014/main" id="{54A8080A-1EF5-61BB-7152-4F02ED3FB066}"/>
                  </a:ext>
                </a:extLst>
              </p:cNvPr>
              <p:cNvSpPr/>
              <p:nvPr/>
            </p:nvSpPr>
            <p:spPr>
              <a:xfrm flipH="1">
                <a:off x="8841960" y="3520080"/>
                <a:ext cx="63720" cy="29520"/>
              </a:xfrm>
              <a:custGeom>
                <a:avLst/>
                <a:gdLst>
                  <a:gd name="textAreaLeft" fmla="*/ -360 w 63720"/>
                  <a:gd name="textAreaRight" fmla="*/ 63720 w 6372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729" h="809">
                    <a:moveTo>
                      <a:pt x="1" y="0"/>
                    </a:moveTo>
                    <a:lnTo>
                      <a:pt x="1" y="809"/>
                    </a:lnTo>
                    <a:lnTo>
                      <a:pt x="1729" y="809"/>
                    </a:lnTo>
                    <a:lnTo>
                      <a:pt x="17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" name="Google Shape;1709;p59">
                <a:extLst>
                  <a:ext uri="{FF2B5EF4-FFF2-40B4-BE49-F238E27FC236}">
                    <a16:creationId xmlns:a16="http://schemas.microsoft.com/office/drawing/2014/main" id="{3FD287E8-0F22-0201-AB6C-D5C034C6A66B}"/>
                  </a:ext>
                </a:extLst>
              </p:cNvPr>
              <p:cNvSpPr/>
              <p:nvPr/>
            </p:nvSpPr>
            <p:spPr>
              <a:xfrm flipH="1">
                <a:off x="7943040" y="3441240"/>
                <a:ext cx="386280" cy="29520"/>
              </a:xfrm>
              <a:custGeom>
                <a:avLst/>
                <a:gdLst>
                  <a:gd name="textAreaLeft" fmla="*/ -360 w 386280"/>
                  <a:gd name="textAreaRight" fmla="*/ 386280 w 38628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0426" h="810">
                    <a:moveTo>
                      <a:pt x="0" y="1"/>
                    </a:moveTo>
                    <a:lnTo>
                      <a:pt x="0" y="809"/>
                    </a:lnTo>
                    <a:lnTo>
                      <a:pt x="10425" y="809"/>
                    </a:lnTo>
                    <a:lnTo>
                      <a:pt x="104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" name="Google Shape;1710;p59">
                <a:extLst>
                  <a:ext uri="{FF2B5EF4-FFF2-40B4-BE49-F238E27FC236}">
                    <a16:creationId xmlns:a16="http://schemas.microsoft.com/office/drawing/2014/main" id="{EE2EC8F1-9DD7-915A-0437-4B84961301D3}"/>
                  </a:ext>
                </a:extLst>
              </p:cNvPr>
              <p:cNvSpPr/>
              <p:nvPr/>
            </p:nvSpPr>
            <p:spPr>
              <a:xfrm flipH="1">
                <a:off x="7943040" y="3520080"/>
                <a:ext cx="201240" cy="29520"/>
              </a:xfrm>
              <a:custGeom>
                <a:avLst/>
                <a:gdLst>
                  <a:gd name="textAreaLeft" fmla="*/ -360 w 201240"/>
                  <a:gd name="textAreaRight" fmla="*/ 201240 w 20124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5437" h="809">
                    <a:moveTo>
                      <a:pt x="1" y="0"/>
                    </a:moveTo>
                    <a:lnTo>
                      <a:pt x="1" y="809"/>
                    </a:lnTo>
                    <a:lnTo>
                      <a:pt x="5436" y="809"/>
                    </a:lnTo>
                    <a:lnTo>
                      <a:pt x="5436" y="0"/>
                    </a:lnTo>
                    <a:close/>
                  </a:path>
                </a:pathLst>
              </a:custGeom>
              <a:solidFill>
                <a:srgbClr val="ABF2F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" name="Google Shape;1711;p59">
                <a:extLst>
                  <a:ext uri="{FF2B5EF4-FFF2-40B4-BE49-F238E27FC236}">
                    <a16:creationId xmlns:a16="http://schemas.microsoft.com/office/drawing/2014/main" id="{A34B25D5-FB71-B887-9AF6-2C6397CEA1E6}"/>
                  </a:ext>
                </a:extLst>
              </p:cNvPr>
              <p:cNvSpPr/>
              <p:nvPr/>
            </p:nvSpPr>
            <p:spPr>
              <a:xfrm flipH="1">
                <a:off x="7942680" y="3597480"/>
                <a:ext cx="439920" cy="29520"/>
              </a:xfrm>
              <a:custGeom>
                <a:avLst/>
                <a:gdLst>
                  <a:gd name="textAreaLeft" fmla="*/ 360 w 439920"/>
                  <a:gd name="textAreaRight" fmla="*/ 440640 w 43992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1876" h="810">
                    <a:moveTo>
                      <a:pt x="0" y="1"/>
                    </a:moveTo>
                    <a:lnTo>
                      <a:pt x="0" y="809"/>
                    </a:lnTo>
                    <a:lnTo>
                      <a:pt x="11875" y="809"/>
                    </a:lnTo>
                    <a:lnTo>
                      <a:pt x="1187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" name="Google Shape;1712;p59">
                <a:extLst>
                  <a:ext uri="{FF2B5EF4-FFF2-40B4-BE49-F238E27FC236}">
                    <a16:creationId xmlns:a16="http://schemas.microsoft.com/office/drawing/2014/main" id="{0D35D9B5-F6C9-A2AA-A818-45F66E3B74AD}"/>
                  </a:ext>
                </a:extLst>
              </p:cNvPr>
              <p:cNvSpPr/>
              <p:nvPr/>
            </p:nvSpPr>
            <p:spPr>
              <a:xfrm flipH="1">
                <a:off x="7941960" y="3675960"/>
                <a:ext cx="227160" cy="28440"/>
              </a:xfrm>
              <a:custGeom>
                <a:avLst/>
                <a:gdLst>
                  <a:gd name="textAreaLeft" fmla="*/ -360 w 227160"/>
                  <a:gd name="textAreaRight" fmla="*/ 227160 w 2271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6134" h="781">
                    <a:moveTo>
                      <a:pt x="1" y="0"/>
                    </a:moveTo>
                    <a:lnTo>
                      <a:pt x="1" y="781"/>
                    </a:lnTo>
                    <a:lnTo>
                      <a:pt x="6133" y="781"/>
                    </a:lnTo>
                    <a:lnTo>
                      <a:pt x="613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0" bIns="14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" name="Google Shape;1713;p59">
                <a:extLst>
                  <a:ext uri="{FF2B5EF4-FFF2-40B4-BE49-F238E27FC236}">
                    <a16:creationId xmlns:a16="http://schemas.microsoft.com/office/drawing/2014/main" id="{A1B053F6-3CA2-30D6-9B4A-CDE51D0ECF7D}"/>
                  </a:ext>
                </a:extLst>
              </p:cNvPr>
              <p:cNvSpPr/>
              <p:nvPr/>
            </p:nvSpPr>
            <p:spPr>
              <a:xfrm flipH="1">
                <a:off x="8214480" y="3675960"/>
                <a:ext cx="66960" cy="28440"/>
              </a:xfrm>
              <a:custGeom>
                <a:avLst/>
                <a:gdLst>
                  <a:gd name="textAreaLeft" fmla="*/ 360 w 66960"/>
                  <a:gd name="textAreaRight" fmla="*/ 67680 w 669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1813" h="781">
                    <a:moveTo>
                      <a:pt x="0" y="0"/>
                    </a:moveTo>
                    <a:lnTo>
                      <a:pt x="0" y="781"/>
                    </a:lnTo>
                    <a:lnTo>
                      <a:pt x="1812" y="781"/>
                    </a:lnTo>
                    <a:lnTo>
                      <a:pt x="18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0" bIns="14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" name="Google Shape;1714;p59">
                <a:extLst>
                  <a:ext uri="{FF2B5EF4-FFF2-40B4-BE49-F238E27FC236}">
                    <a16:creationId xmlns:a16="http://schemas.microsoft.com/office/drawing/2014/main" id="{4F70CE75-4DE0-1B0A-61D1-48CD76ACEEE5}"/>
                  </a:ext>
                </a:extLst>
              </p:cNvPr>
              <p:cNvSpPr/>
              <p:nvPr/>
            </p:nvSpPr>
            <p:spPr>
              <a:xfrm flipH="1">
                <a:off x="5518440" y="3492000"/>
                <a:ext cx="654840" cy="957600"/>
              </a:xfrm>
              <a:custGeom>
                <a:avLst/>
                <a:gdLst>
                  <a:gd name="textAreaLeft" fmla="*/ -360 w 654840"/>
                  <a:gd name="textAreaRight" fmla="*/ 654840 w 654840"/>
                  <a:gd name="textAreaTop" fmla="*/ 0 h 957600"/>
                  <a:gd name="textAreaBottom" fmla="*/ 957960 h 957600"/>
                </a:gdLst>
                <a:ahLst/>
                <a:cxnLst/>
                <a:rect l="textAreaLeft" t="textAreaTop" r="textAreaRight" b="textAreaBottom"/>
                <a:pathLst>
                  <a:path w="17674" h="25841">
                    <a:moveTo>
                      <a:pt x="1618" y="1"/>
                    </a:moveTo>
                    <a:cubicBezTo>
                      <a:pt x="698" y="1"/>
                      <a:pt x="1" y="725"/>
                      <a:pt x="1" y="1589"/>
                    </a:cubicBezTo>
                    <a:lnTo>
                      <a:pt x="1" y="24252"/>
                    </a:lnTo>
                    <a:cubicBezTo>
                      <a:pt x="1" y="25116"/>
                      <a:pt x="754" y="25841"/>
                      <a:pt x="1618" y="25841"/>
                    </a:cubicBezTo>
                    <a:lnTo>
                      <a:pt x="16085" y="25841"/>
                    </a:lnTo>
                    <a:cubicBezTo>
                      <a:pt x="16977" y="25841"/>
                      <a:pt x="17674" y="25116"/>
                      <a:pt x="17674" y="24252"/>
                    </a:cubicBezTo>
                    <a:lnTo>
                      <a:pt x="17674" y="1589"/>
                    </a:lnTo>
                    <a:cubicBezTo>
                      <a:pt x="17674" y="697"/>
                      <a:pt x="16949" y="1"/>
                      <a:pt x="160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" name="Google Shape;1715;p59">
                <a:extLst>
                  <a:ext uri="{FF2B5EF4-FFF2-40B4-BE49-F238E27FC236}">
                    <a16:creationId xmlns:a16="http://schemas.microsoft.com/office/drawing/2014/main" id="{62DCB90E-EA9F-0FA4-E136-00BE2B52F80E}"/>
                  </a:ext>
                </a:extLst>
              </p:cNvPr>
              <p:cNvSpPr/>
              <p:nvPr/>
            </p:nvSpPr>
            <p:spPr>
              <a:xfrm flipH="1">
                <a:off x="5511240" y="3483720"/>
                <a:ext cx="668520" cy="971280"/>
              </a:xfrm>
              <a:custGeom>
                <a:avLst/>
                <a:gdLst>
                  <a:gd name="textAreaLeft" fmla="*/ -360 w 668520"/>
                  <a:gd name="textAreaRight" fmla="*/ 668520 w 668520"/>
                  <a:gd name="textAreaTop" fmla="*/ 0 h 971280"/>
                  <a:gd name="textAreaBottom" fmla="*/ 971640 h 971280"/>
                </a:gdLst>
                <a:ahLst/>
                <a:cxnLst/>
                <a:rect l="textAreaLeft" t="textAreaTop" r="textAreaRight" b="textAreaBottom"/>
                <a:pathLst>
                  <a:path w="18037" h="26204">
                    <a:moveTo>
                      <a:pt x="16252" y="335"/>
                    </a:moveTo>
                    <a:cubicBezTo>
                      <a:pt x="17060" y="335"/>
                      <a:pt x="17702" y="976"/>
                      <a:pt x="17702" y="1785"/>
                    </a:cubicBezTo>
                    <a:lnTo>
                      <a:pt x="17702" y="24447"/>
                    </a:lnTo>
                    <a:cubicBezTo>
                      <a:pt x="17702" y="25228"/>
                      <a:pt x="17060" y="25897"/>
                      <a:pt x="16252" y="25897"/>
                    </a:cubicBezTo>
                    <a:lnTo>
                      <a:pt x="1785" y="25897"/>
                    </a:lnTo>
                    <a:cubicBezTo>
                      <a:pt x="976" y="25897"/>
                      <a:pt x="335" y="25228"/>
                      <a:pt x="335" y="24447"/>
                    </a:cubicBezTo>
                    <a:lnTo>
                      <a:pt x="335" y="1785"/>
                    </a:lnTo>
                    <a:cubicBezTo>
                      <a:pt x="335" y="976"/>
                      <a:pt x="976" y="335"/>
                      <a:pt x="1785" y="335"/>
                    </a:cubicBezTo>
                    <a:close/>
                    <a:moveTo>
                      <a:pt x="1785" y="1"/>
                    </a:moveTo>
                    <a:cubicBezTo>
                      <a:pt x="809" y="1"/>
                      <a:pt x="1" y="809"/>
                      <a:pt x="1" y="1785"/>
                    </a:cubicBezTo>
                    <a:lnTo>
                      <a:pt x="1" y="24447"/>
                    </a:lnTo>
                    <a:cubicBezTo>
                      <a:pt x="1" y="25423"/>
                      <a:pt x="809" y="26203"/>
                      <a:pt x="1785" y="26203"/>
                    </a:cubicBezTo>
                    <a:lnTo>
                      <a:pt x="16252" y="26203"/>
                    </a:lnTo>
                    <a:cubicBezTo>
                      <a:pt x="17228" y="26203"/>
                      <a:pt x="18036" y="25423"/>
                      <a:pt x="18036" y="24447"/>
                    </a:cubicBezTo>
                    <a:lnTo>
                      <a:pt x="18036" y="1785"/>
                    </a:lnTo>
                    <a:cubicBezTo>
                      <a:pt x="18036" y="809"/>
                      <a:pt x="17228" y="1"/>
                      <a:pt x="162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1716;p59">
                <a:extLst>
                  <a:ext uri="{FF2B5EF4-FFF2-40B4-BE49-F238E27FC236}">
                    <a16:creationId xmlns:a16="http://schemas.microsoft.com/office/drawing/2014/main" id="{B21E4391-8766-C631-BEA6-1B2238D11187}"/>
                  </a:ext>
                </a:extLst>
              </p:cNvPr>
              <p:cNvSpPr/>
              <p:nvPr/>
            </p:nvSpPr>
            <p:spPr>
              <a:xfrm flipH="1">
                <a:off x="5620320" y="3595320"/>
                <a:ext cx="306720" cy="29520"/>
              </a:xfrm>
              <a:custGeom>
                <a:avLst/>
                <a:gdLst>
                  <a:gd name="textAreaLeft" fmla="*/ 360 w 306720"/>
                  <a:gd name="textAreaRight" fmla="*/ 307440 w 30672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8280" h="809">
                    <a:moveTo>
                      <a:pt x="0" y="0"/>
                    </a:moveTo>
                    <a:lnTo>
                      <a:pt x="0" y="809"/>
                    </a:lnTo>
                    <a:lnTo>
                      <a:pt x="8279" y="809"/>
                    </a:lnTo>
                    <a:lnTo>
                      <a:pt x="8279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1717;p59">
                <a:extLst>
                  <a:ext uri="{FF2B5EF4-FFF2-40B4-BE49-F238E27FC236}">
                    <a16:creationId xmlns:a16="http://schemas.microsoft.com/office/drawing/2014/main" id="{D38AD84F-35E6-6F7B-3E94-89A70547EE2D}"/>
                  </a:ext>
                </a:extLst>
              </p:cNvPr>
              <p:cNvSpPr/>
              <p:nvPr/>
            </p:nvSpPr>
            <p:spPr>
              <a:xfrm flipH="1">
                <a:off x="5620320" y="3672720"/>
                <a:ext cx="375840" cy="28800"/>
              </a:xfrm>
              <a:custGeom>
                <a:avLst/>
                <a:gdLst>
                  <a:gd name="textAreaLeft" fmla="*/ 360 w 375840"/>
                  <a:gd name="textAreaRight" fmla="*/ 376560 w 375840"/>
                  <a:gd name="textAreaTop" fmla="*/ 0 h 28800"/>
                  <a:gd name="textAreaBottom" fmla="*/ 29160 h 28800"/>
                </a:gdLst>
                <a:ahLst/>
                <a:cxnLst/>
                <a:rect l="textAreaLeft" t="textAreaTop" r="textAreaRight" b="textAreaBottom"/>
                <a:pathLst>
                  <a:path w="10148" h="782">
                    <a:moveTo>
                      <a:pt x="1" y="1"/>
                    </a:moveTo>
                    <a:lnTo>
                      <a:pt x="1" y="781"/>
                    </a:lnTo>
                    <a:lnTo>
                      <a:pt x="10147" y="781"/>
                    </a:lnTo>
                    <a:lnTo>
                      <a:pt x="10147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0" bIns="14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1718;p59">
                <a:extLst>
                  <a:ext uri="{FF2B5EF4-FFF2-40B4-BE49-F238E27FC236}">
                    <a16:creationId xmlns:a16="http://schemas.microsoft.com/office/drawing/2014/main" id="{AB29DE5D-5872-A38A-72EB-CFF307EE8D54}"/>
                  </a:ext>
                </a:extLst>
              </p:cNvPr>
              <p:cNvSpPr/>
              <p:nvPr/>
            </p:nvSpPr>
            <p:spPr>
              <a:xfrm flipH="1">
                <a:off x="5621400" y="3750480"/>
                <a:ext cx="259200" cy="29520"/>
              </a:xfrm>
              <a:custGeom>
                <a:avLst/>
                <a:gdLst>
                  <a:gd name="textAreaLeft" fmla="*/ 360 w 259200"/>
                  <a:gd name="textAreaRight" fmla="*/ 259920 w 25920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6998" h="809">
                    <a:moveTo>
                      <a:pt x="1" y="0"/>
                    </a:moveTo>
                    <a:lnTo>
                      <a:pt x="1" y="809"/>
                    </a:lnTo>
                    <a:lnTo>
                      <a:pt x="6997" y="809"/>
                    </a:lnTo>
                    <a:lnTo>
                      <a:pt x="6997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" name="Google Shape;1719;p59">
                <a:extLst>
                  <a:ext uri="{FF2B5EF4-FFF2-40B4-BE49-F238E27FC236}">
                    <a16:creationId xmlns:a16="http://schemas.microsoft.com/office/drawing/2014/main" id="{15E52174-B369-64A1-CF33-50DD0B8566A1}"/>
                  </a:ext>
                </a:extLst>
              </p:cNvPr>
              <p:cNvSpPr/>
              <p:nvPr/>
            </p:nvSpPr>
            <p:spPr>
              <a:xfrm flipH="1">
                <a:off x="5621400" y="3827880"/>
                <a:ext cx="259200" cy="29520"/>
              </a:xfrm>
              <a:custGeom>
                <a:avLst/>
                <a:gdLst>
                  <a:gd name="textAreaLeft" fmla="*/ 360 w 259200"/>
                  <a:gd name="textAreaRight" fmla="*/ 259920 w 25920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6998" h="809">
                    <a:moveTo>
                      <a:pt x="1" y="0"/>
                    </a:moveTo>
                    <a:lnTo>
                      <a:pt x="1" y="808"/>
                    </a:lnTo>
                    <a:lnTo>
                      <a:pt x="6997" y="808"/>
                    </a:lnTo>
                    <a:lnTo>
                      <a:pt x="6997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" name="Google Shape;1720;p59">
                <a:extLst>
                  <a:ext uri="{FF2B5EF4-FFF2-40B4-BE49-F238E27FC236}">
                    <a16:creationId xmlns:a16="http://schemas.microsoft.com/office/drawing/2014/main" id="{110B2525-ACFE-4A20-38D8-659146E54069}"/>
                  </a:ext>
                </a:extLst>
              </p:cNvPr>
              <p:cNvSpPr/>
              <p:nvPr/>
            </p:nvSpPr>
            <p:spPr>
              <a:xfrm flipH="1">
                <a:off x="5925240" y="3827880"/>
                <a:ext cx="66960" cy="29520"/>
              </a:xfrm>
              <a:custGeom>
                <a:avLst/>
                <a:gdLst>
                  <a:gd name="textAreaLeft" fmla="*/ 360 w 66960"/>
                  <a:gd name="textAreaRight" fmla="*/ 67680 w 6696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812" h="809">
                    <a:moveTo>
                      <a:pt x="0" y="0"/>
                    </a:moveTo>
                    <a:lnTo>
                      <a:pt x="0" y="808"/>
                    </a:lnTo>
                    <a:lnTo>
                      <a:pt x="1812" y="808"/>
                    </a:lnTo>
                    <a:lnTo>
                      <a:pt x="1812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" name="Google Shape;1721;p59">
                <a:extLst>
                  <a:ext uri="{FF2B5EF4-FFF2-40B4-BE49-F238E27FC236}">
                    <a16:creationId xmlns:a16="http://schemas.microsoft.com/office/drawing/2014/main" id="{E8B49F84-CE85-EAE6-851B-49DA9683E65B}"/>
                  </a:ext>
                </a:extLst>
              </p:cNvPr>
              <p:cNvSpPr/>
              <p:nvPr/>
            </p:nvSpPr>
            <p:spPr>
              <a:xfrm flipH="1">
                <a:off x="5612040" y="4023360"/>
                <a:ext cx="458640" cy="325080"/>
              </a:xfrm>
              <a:custGeom>
                <a:avLst/>
                <a:gdLst>
                  <a:gd name="textAreaLeft" fmla="*/ 360 w 458640"/>
                  <a:gd name="textAreaRight" fmla="*/ 459360 w 458640"/>
                  <a:gd name="textAreaTop" fmla="*/ 0 h 325080"/>
                  <a:gd name="textAreaBottom" fmla="*/ 325440 h 325080"/>
                </a:gdLst>
                <a:ahLst/>
                <a:cxnLst/>
                <a:rect l="textAreaLeft" t="textAreaTop" r="textAreaRight" b="textAreaBottom"/>
                <a:pathLst>
                  <a:path w="12378" h="8782">
                    <a:moveTo>
                      <a:pt x="809" y="0"/>
                    </a:moveTo>
                    <a:cubicBezTo>
                      <a:pt x="363" y="0"/>
                      <a:pt x="0" y="335"/>
                      <a:pt x="0" y="781"/>
                    </a:cubicBezTo>
                    <a:lnTo>
                      <a:pt x="0" y="7973"/>
                    </a:lnTo>
                    <a:cubicBezTo>
                      <a:pt x="0" y="8419"/>
                      <a:pt x="363" y="8781"/>
                      <a:pt x="809" y="8781"/>
                    </a:cubicBezTo>
                    <a:lnTo>
                      <a:pt x="11597" y="8781"/>
                    </a:lnTo>
                    <a:cubicBezTo>
                      <a:pt x="12043" y="8781"/>
                      <a:pt x="12377" y="8419"/>
                      <a:pt x="12377" y="7973"/>
                    </a:cubicBezTo>
                    <a:lnTo>
                      <a:pt x="12377" y="781"/>
                    </a:lnTo>
                    <a:cubicBezTo>
                      <a:pt x="12377" y="335"/>
                      <a:pt x="12043" y="0"/>
                      <a:pt x="11597" y="0"/>
                    </a:cubicBezTo>
                    <a:close/>
                  </a:path>
                </a:pathLst>
              </a:custGeom>
              <a:solidFill>
                <a:srgbClr val="ABF2F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" name="Google Shape;1722;p59">
                <a:extLst>
                  <a:ext uri="{FF2B5EF4-FFF2-40B4-BE49-F238E27FC236}">
                    <a16:creationId xmlns:a16="http://schemas.microsoft.com/office/drawing/2014/main" id="{DF79DD40-F9F6-BD8D-ABC3-D02648A6634A}"/>
                  </a:ext>
                </a:extLst>
              </p:cNvPr>
              <p:cNvSpPr/>
              <p:nvPr/>
            </p:nvSpPr>
            <p:spPr>
              <a:xfrm flipH="1">
                <a:off x="5604120" y="4016160"/>
                <a:ext cx="471960" cy="338760"/>
              </a:xfrm>
              <a:custGeom>
                <a:avLst/>
                <a:gdLst>
                  <a:gd name="textAreaLeft" fmla="*/ -360 w 471960"/>
                  <a:gd name="textAreaRight" fmla="*/ 471960 w 471960"/>
                  <a:gd name="textAreaTop" fmla="*/ 0 h 338760"/>
                  <a:gd name="textAreaBottom" fmla="*/ 339120 h 338760"/>
                </a:gdLst>
                <a:ahLst/>
                <a:cxnLst/>
                <a:rect l="textAreaLeft" t="textAreaTop" r="textAreaRight" b="textAreaBottom"/>
                <a:pathLst>
                  <a:path w="12740" h="9144">
                    <a:moveTo>
                      <a:pt x="11764" y="335"/>
                    </a:moveTo>
                    <a:cubicBezTo>
                      <a:pt x="12126" y="335"/>
                      <a:pt x="12405" y="641"/>
                      <a:pt x="12405" y="976"/>
                    </a:cubicBezTo>
                    <a:lnTo>
                      <a:pt x="12405" y="8168"/>
                    </a:lnTo>
                    <a:cubicBezTo>
                      <a:pt x="12405" y="8558"/>
                      <a:pt x="12098" y="8837"/>
                      <a:pt x="11764" y="8837"/>
                    </a:cubicBezTo>
                    <a:lnTo>
                      <a:pt x="976" y="8837"/>
                    </a:lnTo>
                    <a:cubicBezTo>
                      <a:pt x="613" y="8837"/>
                      <a:pt x="335" y="8502"/>
                      <a:pt x="335" y="8168"/>
                    </a:cubicBezTo>
                    <a:lnTo>
                      <a:pt x="335" y="976"/>
                    </a:lnTo>
                    <a:cubicBezTo>
                      <a:pt x="335" y="614"/>
                      <a:pt x="641" y="335"/>
                      <a:pt x="976" y="335"/>
                    </a:cubicBezTo>
                    <a:close/>
                    <a:moveTo>
                      <a:pt x="976" y="0"/>
                    </a:moveTo>
                    <a:cubicBezTo>
                      <a:pt x="418" y="0"/>
                      <a:pt x="0" y="474"/>
                      <a:pt x="0" y="976"/>
                    </a:cubicBezTo>
                    <a:lnTo>
                      <a:pt x="0" y="8168"/>
                    </a:lnTo>
                    <a:cubicBezTo>
                      <a:pt x="0" y="8725"/>
                      <a:pt x="474" y="9143"/>
                      <a:pt x="976" y="9143"/>
                    </a:cubicBezTo>
                    <a:lnTo>
                      <a:pt x="11764" y="9143"/>
                    </a:lnTo>
                    <a:cubicBezTo>
                      <a:pt x="12321" y="9143"/>
                      <a:pt x="12739" y="8697"/>
                      <a:pt x="12739" y="8168"/>
                    </a:cubicBezTo>
                    <a:lnTo>
                      <a:pt x="12739" y="976"/>
                    </a:lnTo>
                    <a:cubicBezTo>
                      <a:pt x="12739" y="418"/>
                      <a:pt x="12265" y="0"/>
                      <a:pt x="117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" name="Google Shape;1723;p59">
                <a:extLst>
                  <a:ext uri="{FF2B5EF4-FFF2-40B4-BE49-F238E27FC236}">
                    <a16:creationId xmlns:a16="http://schemas.microsoft.com/office/drawing/2014/main" id="{28EA268A-257A-5C79-F9EF-885CF0C3EE2E}"/>
                  </a:ext>
                </a:extLst>
              </p:cNvPr>
              <p:cNvSpPr/>
              <p:nvPr/>
            </p:nvSpPr>
            <p:spPr>
              <a:xfrm flipH="1">
                <a:off x="5661720" y="4114080"/>
                <a:ext cx="354240" cy="152640"/>
              </a:xfrm>
              <a:custGeom>
                <a:avLst/>
                <a:gdLst>
                  <a:gd name="textAreaLeft" fmla="*/ 360 w 354240"/>
                  <a:gd name="textAreaRight" fmla="*/ 354960 w 354240"/>
                  <a:gd name="textAreaTop" fmla="*/ 0 h 152640"/>
                  <a:gd name="textAreaBottom" fmla="*/ 153000 h 152640"/>
                </a:gdLst>
                <a:ahLst/>
                <a:cxnLst/>
                <a:rect l="textAreaLeft" t="textAreaTop" r="textAreaRight" b="textAreaBottom"/>
                <a:pathLst>
                  <a:path w="9563" h="4127">
                    <a:moveTo>
                      <a:pt x="6301" y="1"/>
                    </a:moveTo>
                    <a:lnTo>
                      <a:pt x="3736" y="3318"/>
                    </a:lnTo>
                    <a:lnTo>
                      <a:pt x="2175" y="1366"/>
                    </a:lnTo>
                    <a:lnTo>
                      <a:pt x="1" y="4126"/>
                    </a:lnTo>
                    <a:lnTo>
                      <a:pt x="9562" y="4126"/>
                    </a:lnTo>
                    <a:lnTo>
                      <a:pt x="6301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6320" bIns="76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" name="Google Shape;1724;p59">
                <a:extLst>
                  <a:ext uri="{FF2B5EF4-FFF2-40B4-BE49-F238E27FC236}">
                    <a16:creationId xmlns:a16="http://schemas.microsoft.com/office/drawing/2014/main" id="{02264137-0614-A3CA-2633-D57F921C51F6}"/>
                  </a:ext>
                </a:extLst>
              </p:cNvPr>
              <p:cNvSpPr/>
              <p:nvPr/>
            </p:nvSpPr>
            <p:spPr>
              <a:xfrm flipH="1">
                <a:off x="5841720" y="4096440"/>
                <a:ext cx="59760" cy="58680"/>
              </a:xfrm>
              <a:custGeom>
                <a:avLst/>
                <a:gdLst>
                  <a:gd name="textAreaLeft" fmla="*/ 360 w 59760"/>
                  <a:gd name="textAreaRight" fmla="*/ 60480 w 59760"/>
                  <a:gd name="textAreaTop" fmla="*/ 0 h 58680"/>
                  <a:gd name="textAreaBottom" fmla="*/ 59040 h 58680"/>
                </a:gdLst>
                <a:ahLst/>
                <a:cxnLst/>
                <a:rect l="textAreaLeft" t="textAreaTop" r="textAreaRight" b="textAreaBottom"/>
                <a:pathLst>
                  <a:path w="1617" h="1590">
                    <a:moveTo>
                      <a:pt x="808" y="1"/>
                    </a:moveTo>
                    <a:cubicBezTo>
                      <a:pt x="362" y="1"/>
                      <a:pt x="0" y="363"/>
                      <a:pt x="0" y="809"/>
                    </a:cubicBezTo>
                    <a:cubicBezTo>
                      <a:pt x="0" y="1227"/>
                      <a:pt x="362" y="1590"/>
                      <a:pt x="808" y="1590"/>
                    </a:cubicBezTo>
                    <a:cubicBezTo>
                      <a:pt x="1254" y="1590"/>
                      <a:pt x="1617" y="1227"/>
                      <a:pt x="1617" y="809"/>
                    </a:cubicBezTo>
                    <a:cubicBezTo>
                      <a:pt x="1617" y="363"/>
                      <a:pt x="1254" y="1"/>
                      <a:pt x="80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520" bIns="29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" name="Google Shape;1725;p59">
                <a:extLst>
                  <a:ext uri="{FF2B5EF4-FFF2-40B4-BE49-F238E27FC236}">
                    <a16:creationId xmlns:a16="http://schemas.microsoft.com/office/drawing/2014/main" id="{57E7463C-6738-B847-4ECB-A95382009103}"/>
                  </a:ext>
                </a:extLst>
              </p:cNvPr>
              <p:cNvSpPr/>
              <p:nvPr/>
            </p:nvSpPr>
            <p:spPr>
              <a:xfrm flipH="1">
                <a:off x="5283720" y="2148480"/>
                <a:ext cx="1186200" cy="1185120"/>
              </a:xfrm>
              <a:custGeom>
                <a:avLst/>
                <a:gdLst>
                  <a:gd name="textAreaLeft" fmla="*/ -360 w 1186200"/>
                  <a:gd name="textAreaRight" fmla="*/ 1186200 w 1186200"/>
                  <a:gd name="textAreaTop" fmla="*/ 0 h 1185120"/>
                  <a:gd name="textAreaBottom" fmla="*/ 1185480 h 1185120"/>
                </a:gdLst>
                <a:ahLst/>
                <a:cxnLst/>
                <a:rect l="textAreaLeft" t="textAreaTop" r="textAreaRight" b="textAreaBottom"/>
                <a:pathLst>
                  <a:path w="32002" h="31974">
                    <a:moveTo>
                      <a:pt x="16001" y="1"/>
                    </a:moveTo>
                    <a:lnTo>
                      <a:pt x="16001" y="2565"/>
                    </a:lnTo>
                    <a:cubicBezTo>
                      <a:pt x="23416" y="2565"/>
                      <a:pt x="29437" y="8614"/>
                      <a:pt x="29437" y="16029"/>
                    </a:cubicBezTo>
                    <a:cubicBezTo>
                      <a:pt x="29437" y="23444"/>
                      <a:pt x="23416" y="29465"/>
                      <a:pt x="16001" y="29465"/>
                    </a:cubicBezTo>
                    <a:cubicBezTo>
                      <a:pt x="8586" y="29465"/>
                      <a:pt x="2537" y="23444"/>
                      <a:pt x="2537" y="16029"/>
                    </a:cubicBezTo>
                    <a:cubicBezTo>
                      <a:pt x="2537" y="13855"/>
                      <a:pt x="3067" y="11848"/>
                      <a:pt x="3987" y="10036"/>
                    </a:cubicBezTo>
                    <a:lnTo>
                      <a:pt x="1673" y="8893"/>
                    </a:lnTo>
                    <a:cubicBezTo>
                      <a:pt x="586" y="11011"/>
                      <a:pt x="1" y="13437"/>
                      <a:pt x="1" y="16001"/>
                    </a:cubicBezTo>
                    <a:cubicBezTo>
                      <a:pt x="1" y="24810"/>
                      <a:pt x="7193" y="31974"/>
                      <a:pt x="16001" y="31974"/>
                    </a:cubicBezTo>
                    <a:cubicBezTo>
                      <a:pt x="24810" y="31974"/>
                      <a:pt x="32002" y="24810"/>
                      <a:pt x="32002" y="16001"/>
                    </a:cubicBezTo>
                    <a:cubicBezTo>
                      <a:pt x="32002" y="7165"/>
                      <a:pt x="24810" y="1"/>
                      <a:pt x="1600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" name="Google Shape;1726;p59">
                <a:extLst>
                  <a:ext uri="{FF2B5EF4-FFF2-40B4-BE49-F238E27FC236}">
                    <a16:creationId xmlns:a16="http://schemas.microsoft.com/office/drawing/2014/main" id="{8F618320-0D3D-335E-B92C-3CE3E73964F2}"/>
                  </a:ext>
                </a:extLst>
              </p:cNvPr>
              <p:cNvSpPr/>
              <p:nvPr/>
            </p:nvSpPr>
            <p:spPr>
              <a:xfrm flipH="1">
                <a:off x="5877000" y="2149560"/>
                <a:ext cx="531000" cy="370800"/>
              </a:xfrm>
              <a:custGeom>
                <a:avLst/>
                <a:gdLst>
                  <a:gd name="textAreaLeft" fmla="*/ -360 w 531000"/>
                  <a:gd name="textAreaRight" fmla="*/ 531000 w 531000"/>
                  <a:gd name="textAreaTop" fmla="*/ 0 h 370800"/>
                  <a:gd name="textAreaBottom" fmla="*/ 371160 h 370800"/>
                </a:gdLst>
                <a:ahLst/>
                <a:cxnLst/>
                <a:rect l="textAreaLeft" t="textAreaTop" r="textAreaRight" b="textAreaBottom"/>
                <a:pathLst>
                  <a:path w="14329" h="10008">
                    <a:moveTo>
                      <a:pt x="14328" y="1"/>
                    </a:moveTo>
                    <a:cubicBezTo>
                      <a:pt x="8056" y="1"/>
                      <a:pt x="2621" y="3624"/>
                      <a:pt x="0" y="8893"/>
                    </a:cubicBezTo>
                    <a:lnTo>
                      <a:pt x="2314" y="10008"/>
                    </a:lnTo>
                    <a:cubicBezTo>
                      <a:pt x="4488" y="5576"/>
                      <a:pt x="9060" y="2537"/>
                      <a:pt x="14328" y="2537"/>
                    </a:cubicBezTo>
                    <a:lnTo>
                      <a:pt x="14328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" name="Google Shape;1727;p59">
                <a:extLst>
                  <a:ext uri="{FF2B5EF4-FFF2-40B4-BE49-F238E27FC236}">
                    <a16:creationId xmlns:a16="http://schemas.microsoft.com/office/drawing/2014/main" id="{F62B2DE4-C525-8CC6-8667-8558F1A00B7A}"/>
                  </a:ext>
                </a:extLst>
              </p:cNvPr>
              <p:cNvSpPr/>
              <p:nvPr/>
            </p:nvSpPr>
            <p:spPr>
              <a:xfrm flipH="1">
                <a:off x="5877000" y="2299320"/>
                <a:ext cx="443160" cy="836640"/>
              </a:xfrm>
              <a:custGeom>
                <a:avLst/>
                <a:gdLst>
                  <a:gd name="textAreaLeft" fmla="*/ -360 w 443160"/>
                  <a:gd name="textAreaRight" fmla="*/ 443160 w 443160"/>
                  <a:gd name="textAreaTop" fmla="*/ 0 h 836640"/>
                  <a:gd name="textAreaBottom" fmla="*/ 837000 h 836640"/>
                </a:gdLst>
                <a:ahLst/>
                <a:cxnLst/>
                <a:rect l="textAreaLeft" t="textAreaTop" r="textAreaRight" b="textAreaBottom"/>
                <a:pathLst>
                  <a:path w="11960" h="22580">
                    <a:moveTo>
                      <a:pt x="11959" y="1"/>
                    </a:moveTo>
                    <a:cubicBezTo>
                      <a:pt x="5353" y="1"/>
                      <a:pt x="1" y="5380"/>
                      <a:pt x="1" y="11959"/>
                    </a:cubicBezTo>
                    <a:cubicBezTo>
                      <a:pt x="1" y="16558"/>
                      <a:pt x="2649" y="20545"/>
                      <a:pt x="6523" y="22580"/>
                    </a:cubicBezTo>
                    <a:lnTo>
                      <a:pt x="7666" y="20294"/>
                    </a:lnTo>
                    <a:cubicBezTo>
                      <a:pt x="4628" y="18705"/>
                      <a:pt x="2593" y="15583"/>
                      <a:pt x="2593" y="11959"/>
                    </a:cubicBezTo>
                    <a:cubicBezTo>
                      <a:pt x="2593" y="6802"/>
                      <a:pt x="6802" y="2593"/>
                      <a:pt x="11959" y="2593"/>
                    </a:cubicBezTo>
                    <a:lnTo>
                      <a:pt x="1195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" name="Google Shape;1728;p59">
                <a:extLst>
                  <a:ext uri="{FF2B5EF4-FFF2-40B4-BE49-F238E27FC236}">
                    <a16:creationId xmlns:a16="http://schemas.microsoft.com/office/drawing/2014/main" id="{FD0107DA-912B-8C7B-67CD-5B007E6923CD}"/>
                  </a:ext>
                </a:extLst>
              </p:cNvPr>
              <p:cNvSpPr/>
              <p:nvPr/>
            </p:nvSpPr>
            <p:spPr>
              <a:xfrm flipH="1">
                <a:off x="5433480" y="2299320"/>
                <a:ext cx="645480" cy="886320"/>
              </a:xfrm>
              <a:custGeom>
                <a:avLst/>
                <a:gdLst>
                  <a:gd name="textAreaLeft" fmla="*/ -360 w 645480"/>
                  <a:gd name="textAreaRight" fmla="*/ 645480 w 645480"/>
                  <a:gd name="textAreaTop" fmla="*/ 0 h 886320"/>
                  <a:gd name="textAreaBottom" fmla="*/ 886680 h 886320"/>
                </a:gdLst>
                <a:ahLst/>
                <a:cxnLst/>
                <a:rect l="textAreaLeft" t="textAreaTop" r="textAreaRight" b="textAreaBottom"/>
                <a:pathLst>
                  <a:path w="17423" h="23918">
                    <a:moveTo>
                      <a:pt x="5464" y="1"/>
                    </a:moveTo>
                    <a:lnTo>
                      <a:pt x="5464" y="2593"/>
                    </a:lnTo>
                    <a:cubicBezTo>
                      <a:pt x="10621" y="2593"/>
                      <a:pt x="14830" y="6802"/>
                      <a:pt x="14830" y="11959"/>
                    </a:cubicBezTo>
                    <a:cubicBezTo>
                      <a:pt x="14830" y="17116"/>
                      <a:pt x="10621" y="21325"/>
                      <a:pt x="5464" y="21325"/>
                    </a:cubicBezTo>
                    <a:cubicBezTo>
                      <a:pt x="3931" y="21325"/>
                      <a:pt x="2426" y="20935"/>
                      <a:pt x="1143" y="20294"/>
                    </a:cubicBezTo>
                    <a:lnTo>
                      <a:pt x="1" y="22580"/>
                    </a:lnTo>
                    <a:cubicBezTo>
                      <a:pt x="1617" y="23416"/>
                      <a:pt x="3485" y="23918"/>
                      <a:pt x="5464" y="23918"/>
                    </a:cubicBezTo>
                    <a:cubicBezTo>
                      <a:pt x="12043" y="23918"/>
                      <a:pt x="17423" y="18538"/>
                      <a:pt x="17423" y="11959"/>
                    </a:cubicBezTo>
                    <a:cubicBezTo>
                      <a:pt x="17423" y="5380"/>
                      <a:pt x="12043" y="1"/>
                      <a:pt x="54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" name="Google Shape;1729;p59">
                <a:extLst>
                  <a:ext uri="{FF2B5EF4-FFF2-40B4-BE49-F238E27FC236}">
                    <a16:creationId xmlns:a16="http://schemas.microsoft.com/office/drawing/2014/main" id="{41455E0E-A03E-2CB6-29D4-42F0CCA2655D}"/>
                  </a:ext>
                </a:extLst>
              </p:cNvPr>
              <p:cNvSpPr/>
              <p:nvPr/>
            </p:nvSpPr>
            <p:spPr>
              <a:xfrm flipH="1">
                <a:off x="5633280" y="2447280"/>
                <a:ext cx="540360" cy="591840"/>
              </a:xfrm>
              <a:custGeom>
                <a:avLst/>
                <a:gdLst>
                  <a:gd name="textAreaLeft" fmla="*/ -360 w 540360"/>
                  <a:gd name="textAreaRight" fmla="*/ 540360 w 540360"/>
                  <a:gd name="textAreaTop" fmla="*/ 0 h 591840"/>
                  <a:gd name="textAreaBottom" fmla="*/ 592200 h 591840"/>
                </a:gdLst>
                <a:ahLst/>
                <a:cxnLst/>
                <a:rect l="textAreaLeft" t="textAreaTop" r="textAreaRight" b="textAreaBottom"/>
                <a:pathLst>
                  <a:path w="14580" h="15974">
                    <a:moveTo>
                      <a:pt x="8001" y="1"/>
                    </a:moveTo>
                    <a:cubicBezTo>
                      <a:pt x="3597" y="1"/>
                      <a:pt x="1" y="3541"/>
                      <a:pt x="29" y="8001"/>
                    </a:cubicBezTo>
                    <a:cubicBezTo>
                      <a:pt x="29" y="12377"/>
                      <a:pt x="3597" y="15973"/>
                      <a:pt x="8001" y="15973"/>
                    </a:cubicBezTo>
                    <a:cubicBezTo>
                      <a:pt x="10705" y="15973"/>
                      <a:pt x="13158" y="14579"/>
                      <a:pt x="14580" y="12489"/>
                    </a:cubicBezTo>
                    <a:lnTo>
                      <a:pt x="12489" y="11039"/>
                    </a:lnTo>
                    <a:cubicBezTo>
                      <a:pt x="11513" y="12489"/>
                      <a:pt x="9869" y="13437"/>
                      <a:pt x="8001" y="13437"/>
                    </a:cubicBezTo>
                    <a:cubicBezTo>
                      <a:pt x="4991" y="13437"/>
                      <a:pt x="2565" y="10984"/>
                      <a:pt x="2565" y="8001"/>
                    </a:cubicBezTo>
                    <a:cubicBezTo>
                      <a:pt x="2565" y="5018"/>
                      <a:pt x="4991" y="2565"/>
                      <a:pt x="8001" y="2565"/>
                    </a:cubicBezTo>
                    <a:lnTo>
                      <a:pt x="8001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" name="Google Shape;1730;p59">
                <a:extLst>
                  <a:ext uri="{FF2B5EF4-FFF2-40B4-BE49-F238E27FC236}">
                    <a16:creationId xmlns:a16="http://schemas.microsoft.com/office/drawing/2014/main" id="{D6AC2F60-626A-6894-8B2A-8B8B44FE3425}"/>
                  </a:ext>
                </a:extLst>
              </p:cNvPr>
              <p:cNvSpPr/>
              <p:nvPr/>
            </p:nvSpPr>
            <p:spPr>
              <a:xfrm flipH="1">
                <a:off x="5582160" y="2445120"/>
                <a:ext cx="295200" cy="462600"/>
              </a:xfrm>
              <a:custGeom>
                <a:avLst/>
                <a:gdLst>
                  <a:gd name="textAreaLeft" fmla="*/ 360 w 295200"/>
                  <a:gd name="textAreaRight" fmla="*/ 295920 w 295200"/>
                  <a:gd name="textAreaTop" fmla="*/ 0 h 462600"/>
                  <a:gd name="textAreaBottom" fmla="*/ 462960 h 462600"/>
                </a:gdLst>
                <a:ahLst/>
                <a:cxnLst/>
                <a:rect l="textAreaLeft" t="textAreaTop" r="textAreaRight" b="textAreaBottom"/>
                <a:pathLst>
                  <a:path w="7973" h="12490">
                    <a:moveTo>
                      <a:pt x="0" y="1"/>
                    </a:moveTo>
                    <a:lnTo>
                      <a:pt x="0" y="2593"/>
                    </a:lnTo>
                    <a:cubicBezTo>
                      <a:pt x="2983" y="2593"/>
                      <a:pt x="5436" y="5019"/>
                      <a:pt x="5436" y="8029"/>
                    </a:cubicBezTo>
                    <a:cubicBezTo>
                      <a:pt x="5436" y="9144"/>
                      <a:pt x="5073" y="10175"/>
                      <a:pt x="4488" y="11012"/>
                    </a:cubicBezTo>
                    <a:lnTo>
                      <a:pt x="6579" y="12489"/>
                    </a:lnTo>
                    <a:cubicBezTo>
                      <a:pt x="7443" y="11207"/>
                      <a:pt x="7973" y="9674"/>
                      <a:pt x="7973" y="8001"/>
                    </a:cubicBezTo>
                    <a:cubicBezTo>
                      <a:pt x="7973" y="3597"/>
                      <a:pt x="4377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" name="Google Shape;1731;p59">
                <a:extLst>
                  <a:ext uri="{FF2B5EF4-FFF2-40B4-BE49-F238E27FC236}">
                    <a16:creationId xmlns:a16="http://schemas.microsoft.com/office/drawing/2014/main" id="{82820FE4-64B3-585F-E708-E672D85BD0A9}"/>
                  </a:ext>
                </a:extLst>
              </p:cNvPr>
              <p:cNvSpPr/>
              <p:nvPr/>
            </p:nvSpPr>
            <p:spPr>
              <a:xfrm flipH="1">
                <a:off x="5382720" y="3287520"/>
                <a:ext cx="74160" cy="613440"/>
              </a:xfrm>
              <a:custGeom>
                <a:avLst/>
                <a:gdLst>
                  <a:gd name="textAreaLeft" fmla="*/ 360 w 74160"/>
                  <a:gd name="textAreaRight" fmla="*/ 74880 w 74160"/>
                  <a:gd name="textAreaTop" fmla="*/ 0 h 613440"/>
                  <a:gd name="textAreaBottom" fmla="*/ 613800 h 613440"/>
                </a:gdLst>
                <a:ahLst/>
                <a:cxnLst/>
                <a:rect l="textAreaLeft" t="textAreaTop" r="textAreaRight" b="textAreaBottom"/>
                <a:pathLst>
                  <a:path w="2008" h="16559">
                    <a:moveTo>
                      <a:pt x="0" y="0"/>
                    </a:moveTo>
                    <a:lnTo>
                      <a:pt x="0" y="335"/>
                    </a:lnTo>
                    <a:lnTo>
                      <a:pt x="1673" y="335"/>
                    </a:lnTo>
                    <a:lnTo>
                      <a:pt x="1673" y="16252"/>
                    </a:lnTo>
                    <a:lnTo>
                      <a:pt x="0" y="16252"/>
                    </a:lnTo>
                    <a:lnTo>
                      <a:pt x="0" y="16558"/>
                    </a:lnTo>
                    <a:lnTo>
                      <a:pt x="2007" y="16558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" name="Google Shape;1732;p59">
                <a:extLst>
                  <a:ext uri="{FF2B5EF4-FFF2-40B4-BE49-F238E27FC236}">
                    <a16:creationId xmlns:a16="http://schemas.microsoft.com/office/drawing/2014/main" id="{0BA0B3EA-7F54-628F-4DA9-4CC12B9B5752}"/>
                  </a:ext>
                </a:extLst>
              </p:cNvPr>
              <p:cNvSpPr/>
              <p:nvPr/>
            </p:nvSpPr>
            <p:spPr>
              <a:xfrm flipH="1">
                <a:off x="6241680" y="1989360"/>
                <a:ext cx="2157480" cy="274680"/>
              </a:xfrm>
              <a:custGeom>
                <a:avLst/>
                <a:gdLst>
                  <a:gd name="textAreaLeft" fmla="*/ -360 w 2157480"/>
                  <a:gd name="textAreaRight" fmla="*/ 2157480 w 2157480"/>
                  <a:gd name="textAreaTop" fmla="*/ 0 h 274680"/>
                  <a:gd name="textAreaBottom" fmla="*/ 275040 h 274680"/>
                </a:gdLst>
                <a:ahLst/>
                <a:cxnLst/>
                <a:rect l="textAreaLeft" t="textAreaTop" r="textAreaRight" b="textAreaBottom"/>
                <a:pathLst>
                  <a:path w="58205" h="7416">
                    <a:moveTo>
                      <a:pt x="0" y="1"/>
                    </a:moveTo>
                    <a:lnTo>
                      <a:pt x="0" y="7416"/>
                    </a:lnTo>
                    <a:lnTo>
                      <a:pt x="335" y="7416"/>
                    </a:lnTo>
                    <a:lnTo>
                      <a:pt x="335" y="308"/>
                    </a:lnTo>
                    <a:lnTo>
                      <a:pt x="57898" y="308"/>
                    </a:lnTo>
                    <a:lnTo>
                      <a:pt x="57898" y="4600"/>
                    </a:lnTo>
                    <a:lnTo>
                      <a:pt x="58204" y="4600"/>
                    </a:lnTo>
                    <a:lnTo>
                      <a:pt x="58204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" name="Google Shape;1733;p59">
                <a:extLst>
                  <a:ext uri="{FF2B5EF4-FFF2-40B4-BE49-F238E27FC236}">
                    <a16:creationId xmlns:a16="http://schemas.microsoft.com/office/drawing/2014/main" id="{10A56000-E902-21B9-7FA6-B9D753F1FA80}"/>
                  </a:ext>
                </a:extLst>
              </p:cNvPr>
              <p:cNvSpPr/>
              <p:nvPr/>
            </p:nvSpPr>
            <p:spPr>
              <a:xfrm flipH="1">
                <a:off x="5929560" y="1286280"/>
                <a:ext cx="132840" cy="132120"/>
              </a:xfrm>
              <a:custGeom>
                <a:avLst/>
                <a:gdLst>
                  <a:gd name="textAreaLeft" fmla="*/ -360 w 132840"/>
                  <a:gd name="textAreaRight" fmla="*/ 132840 w 132840"/>
                  <a:gd name="textAreaTop" fmla="*/ 0 h 132120"/>
                  <a:gd name="textAreaBottom" fmla="*/ 132480 h 132120"/>
                </a:gdLst>
                <a:ahLst/>
                <a:cxnLst/>
                <a:rect l="textAreaLeft" t="textAreaTop" r="textAreaRight" b="textAreaBottom"/>
                <a:pathLst>
                  <a:path w="3597" h="3569">
                    <a:moveTo>
                      <a:pt x="1" y="1"/>
                    </a:moveTo>
                    <a:lnTo>
                      <a:pt x="1" y="3569"/>
                    </a:lnTo>
                    <a:lnTo>
                      <a:pt x="3597" y="3569"/>
                    </a:lnTo>
                    <a:lnTo>
                      <a:pt x="3597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240" bIns="66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" name="Google Shape;1734;p59">
                <a:extLst>
                  <a:ext uri="{FF2B5EF4-FFF2-40B4-BE49-F238E27FC236}">
                    <a16:creationId xmlns:a16="http://schemas.microsoft.com/office/drawing/2014/main" id="{9CD951E7-E589-9DFB-BDC0-49FBDE79F4A1}"/>
                  </a:ext>
                </a:extLst>
              </p:cNvPr>
              <p:cNvSpPr/>
              <p:nvPr/>
            </p:nvSpPr>
            <p:spPr>
              <a:xfrm flipH="1">
                <a:off x="6006960" y="1361520"/>
                <a:ext cx="93600" cy="93600"/>
              </a:xfrm>
              <a:custGeom>
                <a:avLst/>
                <a:gdLst>
                  <a:gd name="textAreaLeft" fmla="*/ 360 w 93600"/>
                  <a:gd name="textAreaRight" fmla="*/ 94320 w 93600"/>
                  <a:gd name="textAreaTop" fmla="*/ 0 h 93600"/>
                  <a:gd name="textAreaBottom" fmla="*/ 93960 h 93600"/>
                </a:gdLst>
                <a:ahLst/>
                <a:cxnLst/>
                <a:rect l="textAreaLeft" t="textAreaTop" r="textAreaRight" b="textAreaBottom"/>
                <a:pathLst>
                  <a:path w="2537" h="2538">
                    <a:moveTo>
                      <a:pt x="0" y="1"/>
                    </a:moveTo>
                    <a:lnTo>
                      <a:pt x="0" y="2537"/>
                    </a:lnTo>
                    <a:lnTo>
                      <a:pt x="2537" y="2537"/>
                    </a:lnTo>
                    <a:lnTo>
                      <a:pt x="2537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" name="Google Shape;1735;p59">
                <a:extLst>
                  <a:ext uri="{FF2B5EF4-FFF2-40B4-BE49-F238E27FC236}">
                    <a16:creationId xmlns:a16="http://schemas.microsoft.com/office/drawing/2014/main" id="{05FEAFF9-1EE5-2131-9782-368907052AF5}"/>
                  </a:ext>
                </a:extLst>
              </p:cNvPr>
              <p:cNvSpPr/>
              <p:nvPr/>
            </p:nvSpPr>
            <p:spPr>
              <a:xfrm flipH="1">
                <a:off x="6238800" y="1362600"/>
                <a:ext cx="56520" cy="56520"/>
              </a:xfrm>
              <a:custGeom>
                <a:avLst/>
                <a:gdLst>
                  <a:gd name="textAreaLeft" fmla="*/ -360 w 56520"/>
                  <a:gd name="textAreaRight" fmla="*/ 56520 w 56520"/>
                  <a:gd name="textAreaTop" fmla="*/ 0 h 56520"/>
                  <a:gd name="textAreaBottom" fmla="*/ 56880 h 56520"/>
                </a:gdLst>
                <a:ahLst/>
                <a:cxnLst/>
                <a:rect l="textAreaLeft" t="textAreaTop" r="textAreaRight" b="textAreaBottom"/>
                <a:pathLst>
                  <a:path w="1534" h="1534">
                    <a:moveTo>
                      <a:pt x="1" y="0"/>
                    </a:moveTo>
                    <a:lnTo>
                      <a:pt x="1" y="1534"/>
                    </a:lnTo>
                    <a:lnTo>
                      <a:pt x="1534" y="1534"/>
                    </a:lnTo>
                    <a:lnTo>
                      <a:pt x="1534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8440" bIns="28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1736;p59">
                <a:extLst>
                  <a:ext uri="{FF2B5EF4-FFF2-40B4-BE49-F238E27FC236}">
                    <a16:creationId xmlns:a16="http://schemas.microsoft.com/office/drawing/2014/main" id="{1294C013-B408-D75A-53ED-FB8D4C500519}"/>
                  </a:ext>
                </a:extLst>
              </p:cNvPr>
              <p:cNvSpPr/>
              <p:nvPr/>
            </p:nvSpPr>
            <p:spPr>
              <a:xfrm flipH="1">
                <a:off x="6082560" y="180216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119" h="2120">
                    <a:moveTo>
                      <a:pt x="0" y="1"/>
                    </a:moveTo>
                    <a:lnTo>
                      <a:pt x="0" y="2120"/>
                    </a:lnTo>
                    <a:lnTo>
                      <a:pt x="2119" y="2120"/>
                    </a:lnTo>
                    <a:lnTo>
                      <a:pt x="2119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1737;p59">
                <a:extLst>
                  <a:ext uri="{FF2B5EF4-FFF2-40B4-BE49-F238E27FC236}">
                    <a16:creationId xmlns:a16="http://schemas.microsoft.com/office/drawing/2014/main" id="{033824FB-2F6C-F79E-F6B0-14E37DC923F7}"/>
                  </a:ext>
                </a:extLst>
              </p:cNvPr>
              <p:cNvSpPr/>
              <p:nvPr/>
            </p:nvSpPr>
            <p:spPr>
              <a:xfrm flipH="1">
                <a:off x="7074000" y="1657440"/>
                <a:ext cx="77040" cy="77040"/>
              </a:xfrm>
              <a:custGeom>
                <a:avLst/>
                <a:gdLst>
                  <a:gd name="textAreaLeft" fmla="*/ 360 w 77040"/>
                  <a:gd name="textAreaRight" fmla="*/ 77760 w 77040"/>
                  <a:gd name="textAreaTop" fmla="*/ 0 h 77040"/>
                  <a:gd name="textAreaBottom" fmla="*/ 77400 h 77040"/>
                </a:gdLst>
                <a:ahLst/>
                <a:cxnLst/>
                <a:rect l="textAreaLeft" t="textAreaTop" r="textAreaRight" b="textAreaBottom"/>
                <a:pathLst>
                  <a:path w="2092" h="2092">
                    <a:moveTo>
                      <a:pt x="1" y="1"/>
                    </a:moveTo>
                    <a:lnTo>
                      <a:pt x="1" y="2091"/>
                    </a:lnTo>
                    <a:lnTo>
                      <a:pt x="2092" y="2091"/>
                    </a:lnTo>
                    <a:lnTo>
                      <a:pt x="2092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520" bIns="38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1738;p59">
                <a:extLst>
                  <a:ext uri="{FF2B5EF4-FFF2-40B4-BE49-F238E27FC236}">
                    <a16:creationId xmlns:a16="http://schemas.microsoft.com/office/drawing/2014/main" id="{67AE9172-3AE2-7B1E-E896-17144A4BEB7B}"/>
                  </a:ext>
                </a:extLst>
              </p:cNvPr>
              <p:cNvSpPr/>
              <p:nvPr/>
            </p:nvSpPr>
            <p:spPr>
              <a:xfrm flipH="1">
                <a:off x="7028640" y="1695600"/>
                <a:ext cx="86400" cy="86400"/>
              </a:xfrm>
              <a:custGeom>
                <a:avLst/>
                <a:gdLst>
                  <a:gd name="textAreaLeft" fmla="*/ 360 w 86400"/>
                  <a:gd name="textAreaRight" fmla="*/ 87120 w 8640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2343" h="2342">
                    <a:moveTo>
                      <a:pt x="1" y="0"/>
                    </a:moveTo>
                    <a:lnTo>
                      <a:pt x="1" y="2342"/>
                    </a:lnTo>
                    <a:lnTo>
                      <a:pt x="2342" y="2342"/>
                    </a:lnTo>
                    <a:lnTo>
                      <a:pt x="2342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0" bIns="43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1739;p59">
                <a:extLst>
                  <a:ext uri="{FF2B5EF4-FFF2-40B4-BE49-F238E27FC236}">
                    <a16:creationId xmlns:a16="http://schemas.microsoft.com/office/drawing/2014/main" id="{FB4249A7-D1E2-9C81-C5A2-AC90E98DCDB0}"/>
                  </a:ext>
                </a:extLst>
              </p:cNvPr>
              <p:cNvSpPr/>
              <p:nvPr/>
            </p:nvSpPr>
            <p:spPr>
              <a:xfrm flipH="1">
                <a:off x="6927840" y="1704960"/>
                <a:ext cx="42120" cy="42120"/>
              </a:xfrm>
              <a:custGeom>
                <a:avLst/>
                <a:gdLst>
                  <a:gd name="textAreaLeft" fmla="*/ -360 w 42120"/>
                  <a:gd name="textAreaRight" fmla="*/ 42120 w 42120"/>
                  <a:gd name="textAreaTop" fmla="*/ 0 h 42120"/>
                  <a:gd name="textAreaBottom" fmla="*/ 42480 h 42120"/>
                </a:gdLst>
                <a:ahLst/>
                <a:cxnLst/>
                <a:rect l="textAreaLeft" t="textAreaTop" r="textAreaRight" b="textAreaBottom"/>
                <a:pathLst>
                  <a:path w="1143" h="1144">
                    <a:moveTo>
                      <a:pt x="0" y="1"/>
                    </a:moveTo>
                    <a:lnTo>
                      <a:pt x="0" y="1144"/>
                    </a:lnTo>
                    <a:lnTo>
                      <a:pt x="1143" y="1144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240" bIns="21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" name="Google Shape;1740;p59">
                <a:extLst>
                  <a:ext uri="{FF2B5EF4-FFF2-40B4-BE49-F238E27FC236}">
                    <a16:creationId xmlns:a16="http://schemas.microsoft.com/office/drawing/2014/main" id="{509318EC-A18F-5979-8DE5-7D17F0784B0F}"/>
                  </a:ext>
                </a:extLst>
              </p:cNvPr>
              <p:cNvSpPr/>
              <p:nvPr/>
            </p:nvSpPr>
            <p:spPr>
              <a:xfrm flipH="1">
                <a:off x="6684120" y="2846160"/>
                <a:ext cx="70920" cy="7092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920"/>
                  <a:gd name="textAreaBottom" fmla="*/ 71280 h 70920"/>
                </a:gdLst>
                <a:ahLst/>
                <a:cxnLst/>
                <a:rect l="textAreaLeft" t="textAreaTop" r="textAreaRight" b="textAreaBottom"/>
                <a:pathLst>
                  <a:path w="1924" h="1924">
                    <a:moveTo>
                      <a:pt x="0" y="1"/>
                    </a:moveTo>
                    <a:lnTo>
                      <a:pt x="0" y="1924"/>
                    </a:lnTo>
                    <a:lnTo>
                      <a:pt x="1924" y="1924"/>
                    </a:lnTo>
                    <a:lnTo>
                      <a:pt x="1924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5640" bIns="35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1741;p59">
                <a:extLst>
                  <a:ext uri="{FF2B5EF4-FFF2-40B4-BE49-F238E27FC236}">
                    <a16:creationId xmlns:a16="http://schemas.microsoft.com/office/drawing/2014/main" id="{9D05FC56-2091-4AB9-D31B-D8639E0EE285}"/>
                  </a:ext>
                </a:extLst>
              </p:cNvPr>
              <p:cNvSpPr/>
              <p:nvPr/>
            </p:nvSpPr>
            <p:spPr>
              <a:xfrm flipH="1">
                <a:off x="6671520" y="2731320"/>
                <a:ext cx="36000" cy="36000"/>
              </a:xfrm>
              <a:custGeom>
                <a:avLst/>
                <a:gdLst>
                  <a:gd name="textAreaLeft" fmla="*/ 360 w 36000"/>
                  <a:gd name="textAreaRight" fmla="*/ 36720 w 36000"/>
                  <a:gd name="textAreaTop" fmla="*/ 0 h 36000"/>
                  <a:gd name="textAreaBottom" fmla="*/ 36360 h 36000"/>
                </a:gdLst>
                <a:ahLst/>
                <a:cxnLst/>
                <a:rect l="textAreaLeft" t="textAreaTop" r="textAreaRight" b="textAreaBottom"/>
                <a:pathLst>
                  <a:path w="976" h="977">
                    <a:moveTo>
                      <a:pt x="0" y="0"/>
                    </a:moveTo>
                    <a:lnTo>
                      <a:pt x="0" y="976"/>
                    </a:lnTo>
                    <a:lnTo>
                      <a:pt x="976" y="976"/>
                    </a:lnTo>
                    <a:lnTo>
                      <a:pt x="976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1742;p59">
                <a:extLst>
                  <a:ext uri="{FF2B5EF4-FFF2-40B4-BE49-F238E27FC236}">
                    <a16:creationId xmlns:a16="http://schemas.microsoft.com/office/drawing/2014/main" id="{D9BC2484-F44D-898F-C9EF-6843F2B906E4}"/>
                  </a:ext>
                </a:extLst>
              </p:cNvPr>
              <p:cNvSpPr/>
              <p:nvPr/>
            </p:nvSpPr>
            <p:spPr>
              <a:xfrm flipH="1">
                <a:off x="6538320" y="280080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837" h="837">
                    <a:moveTo>
                      <a:pt x="1" y="0"/>
                    </a:moveTo>
                    <a:lnTo>
                      <a:pt x="1" y="836"/>
                    </a:lnTo>
                    <a:lnTo>
                      <a:pt x="837" y="83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1743;p59">
                <a:extLst>
                  <a:ext uri="{FF2B5EF4-FFF2-40B4-BE49-F238E27FC236}">
                    <a16:creationId xmlns:a16="http://schemas.microsoft.com/office/drawing/2014/main" id="{1F9E9D00-DCC0-5B22-7737-727953CBCED9}"/>
                  </a:ext>
                </a:extLst>
              </p:cNvPr>
              <p:cNvSpPr/>
              <p:nvPr/>
            </p:nvSpPr>
            <p:spPr>
              <a:xfrm flipH="1">
                <a:off x="7645320" y="2640600"/>
                <a:ext cx="54360" cy="53280"/>
              </a:xfrm>
              <a:custGeom>
                <a:avLst/>
                <a:gdLst>
                  <a:gd name="textAreaLeft" fmla="*/ -360 w 54360"/>
                  <a:gd name="textAreaRight" fmla="*/ 54360 w 54360"/>
                  <a:gd name="textAreaTop" fmla="*/ 0 h 53280"/>
                  <a:gd name="textAreaBottom" fmla="*/ 53640 h 53280"/>
                </a:gdLst>
                <a:ahLst/>
                <a:cxnLst/>
                <a:rect l="textAreaLeft" t="textAreaTop" r="textAreaRight" b="textAreaBottom"/>
                <a:pathLst>
                  <a:path w="1478" h="1450">
                    <a:moveTo>
                      <a:pt x="0" y="0"/>
                    </a:moveTo>
                    <a:lnTo>
                      <a:pt x="0" y="1450"/>
                    </a:lnTo>
                    <a:lnTo>
                      <a:pt x="1477" y="1450"/>
                    </a:lnTo>
                    <a:lnTo>
                      <a:pt x="14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640" bIns="26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" name="Google Shape;1744;p59">
                <a:extLst>
                  <a:ext uri="{FF2B5EF4-FFF2-40B4-BE49-F238E27FC236}">
                    <a16:creationId xmlns:a16="http://schemas.microsoft.com/office/drawing/2014/main" id="{196DB2F7-F6FD-BFC0-4CBF-F24A226ECEBF}"/>
                  </a:ext>
                </a:extLst>
              </p:cNvPr>
              <p:cNvSpPr/>
              <p:nvPr/>
            </p:nvSpPr>
            <p:spPr>
              <a:xfrm flipH="1">
                <a:off x="8548560" y="1644120"/>
                <a:ext cx="120600" cy="120600"/>
              </a:xfrm>
              <a:custGeom>
                <a:avLst/>
                <a:gdLst>
                  <a:gd name="textAreaLeft" fmla="*/ -360 w 120600"/>
                  <a:gd name="textAreaRight" fmla="*/ 120600 w 120600"/>
                  <a:gd name="textAreaTop" fmla="*/ 0 h 120600"/>
                  <a:gd name="textAreaBottom" fmla="*/ 120960 h 120600"/>
                </a:gdLst>
                <a:ahLst/>
                <a:cxnLst/>
                <a:rect l="textAreaLeft" t="textAreaTop" r="textAreaRight" b="textAreaBottom"/>
                <a:pathLst>
                  <a:path w="3262" h="3263">
                    <a:moveTo>
                      <a:pt x="0" y="1"/>
                    </a:moveTo>
                    <a:lnTo>
                      <a:pt x="0" y="3262"/>
                    </a:lnTo>
                    <a:lnTo>
                      <a:pt x="3261" y="3262"/>
                    </a:lnTo>
                    <a:lnTo>
                      <a:pt x="3261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0480" bIns="60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" name="Google Shape;1745;p59">
                <a:extLst>
                  <a:ext uri="{FF2B5EF4-FFF2-40B4-BE49-F238E27FC236}">
                    <a16:creationId xmlns:a16="http://schemas.microsoft.com/office/drawing/2014/main" id="{29EC1987-7F43-1822-ACEB-EA6C7B122897}"/>
                  </a:ext>
                </a:extLst>
              </p:cNvPr>
              <p:cNvSpPr/>
              <p:nvPr/>
            </p:nvSpPr>
            <p:spPr>
              <a:xfrm flipH="1">
                <a:off x="8626680" y="1720800"/>
                <a:ext cx="81360" cy="80280"/>
              </a:xfrm>
              <a:custGeom>
                <a:avLst/>
                <a:gdLst>
                  <a:gd name="textAreaLeft" fmla="*/ 360 w 81360"/>
                  <a:gd name="textAreaRight" fmla="*/ 82080 w 81360"/>
                  <a:gd name="textAreaTop" fmla="*/ 0 h 80280"/>
                  <a:gd name="textAreaBottom" fmla="*/ 80640 h 80280"/>
                </a:gdLst>
                <a:ahLst/>
                <a:cxnLst/>
                <a:rect l="textAreaLeft" t="textAreaTop" r="textAreaRight" b="textAreaBottom"/>
                <a:pathLst>
                  <a:path w="2203" h="2175">
                    <a:moveTo>
                      <a:pt x="1" y="1"/>
                    </a:moveTo>
                    <a:lnTo>
                      <a:pt x="1" y="2175"/>
                    </a:lnTo>
                    <a:lnTo>
                      <a:pt x="2203" y="2175"/>
                    </a:lnTo>
                    <a:lnTo>
                      <a:pt x="2203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0320" bIns="40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1746;p59">
                <a:extLst>
                  <a:ext uri="{FF2B5EF4-FFF2-40B4-BE49-F238E27FC236}">
                    <a16:creationId xmlns:a16="http://schemas.microsoft.com/office/drawing/2014/main" id="{D4CEB97C-A1AA-E96D-EE1D-597C49D38DA8}"/>
                  </a:ext>
                </a:extLst>
              </p:cNvPr>
              <p:cNvSpPr/>
              <p:nvPr/>
            </p:nvSpPr>
            <p:spPr>
              <a:xfrm flipH="1">
                <a:off x="8726400" y="1596600"/>
                <a:ext cx="75240" cy="74160"/>
              </a:xfrm>
              <a:custGeom>
                <a:avLst/>
                <a:gdLst>
                  <a:gd name="textAreaLeft" fmla="*/ -360 w 75240"/>
                  <a:gd name="textAreaRight" fmla="*/ 75240 w 75240"/>
                  <a:gd name="textAreaTop" fmla="*/ 0 h 74160"/>
                  <a:gd name="textAreaBottom" fmla="*/ 74520 h 74160"/>
                </a:gdLst>
                <a:ahLst/>
                <a:cxnLst/>
                <a:rect l="textAreaLeft" t="textAreaTop" r="textAreaRight" b="textAreaBottom"/>
                <a:pathLst>
                  <a:path w="2036" h="2008">
                    <a:moveTo>
                      <a:pt x="1" y="1"/>
                    </a:moveTo>
                    <a:lnTo>
                      <a:pt x="1" y="2008"/>
                    </a:lnTo>
                    <a:lnTo>
                      <a:pt x="2036" y="2008"/>
                    </a:lnTo>
                    <a:lnTo>
                      <a:pt x="2036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1747;p59">
                <a:extLst>
                  <a:ext uri="{FF2B5EF4-FFF2-40B4-BE49-F238E27FC236}">
                    <a16:creationId xmlns:a16="http://schemas.microsoft.com/office/drawing/2014/main" id="{E21A5041-B67F-73DA-F667-2C35829D9B14}"/>
                  </a:ext>
                </a:extLst>
              </p:cNvPr>
              <p:cNvSpPr/>
              <p:nvPr/>
            </p:nvSpPr>
            <p:spPr>
              <a:xfrm flipH="1">
                <a:off x="8521560" y="1531440"/>
                <a:ext cx="37800" cy="37800"/>
              </a:xfrm>
              <a:custGeom>
                <a:avLst/>
                <a:gdLst>
                  <a:gd name="textAreaLeft" fmla="*/ -360 w 37800"/>
                  <a:gd name="textAreaRight" fmla="*/ 37800 w 37800"/>
                  <a:gd name="textAreaTop" fmla="*/ 0 h 37800"/>
                  <a:gd name="textAreaBottom" fmla="*/ 38160 h 37800"/>
                </a:gdLst>
                <a:ahLst/>
                <a:cxnLst/>
                <a:rect l="textAreaLeft" t="textAreaTop" r="textAreaRight" b="textAreaBottom"/>
                <a:pathLst>
                  <a:path w="1033" h="1032">
                    <a:moveTo>
                      <a:pt x="1" y="0"/>
                    </a:moveTo>
                    <a:lnTo>
                      <a:pt x="1" y="1032"/>
                    </a:lnTo>
                    <a:lnTo>
                      <a:pt x="1032" y="1032"/>
                    </a:lnTo>
                    <a:lnTo>
                      <a:pt x="1032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9080" bIns="19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1748;p59">
                <a:extLst>
                  <a:ext uri="{FF2B5EF4-FFF2-40B4-BE49-F238E27FC236}">
                    <a16:creationId xmlns:a16="http://schemas.microsoft.com/office/drawing/2014/main" id="{0A1D73EE-49CD-1F3F-7D0C-5195B3B25CB4}"/>
                  </a:ext>
                </a:extLst>
              </p:cNvPr>
              <p:cNvSpPr/>
              <p:nvPr/>
            </p:nvSpPr>
            <p:spPr>
              <a:xfrm flipH="1">
                <a:off x="7479720" y="991440"/>
                <a:ext cx="102960" cy="102960"/>
              </a:xfrm>
              <a:custGeom>
                <a:avLst/>
                <a:gdLst>
                  <a:gd name="textAreaLeft" fmla="*/ 360 w 102960"/>
                  <a:gd name="textAreaRight" fmla="*/ 103680 w 102960"/>
                  <a:gd name="textAreaTop" fmla="*/ 0 h 102960"/>
                  <a:gd name="textAreaBottom" fmla="*/ 103320 h 102960"/>
                </a:gdLst>
                <a:ahLst/>
                <a:cxnLst/>
                <a:rect l="textAreaLeft" t="textAreaTop" r="textAreaRight" b="textAreaBottom"/>
                <a:pathLst>
                  <a:path w="2789" h="2789">
                    <a:moveTo>
                      <a:pt x="1" y="1"/>
                    </a:moveTo>
                    <a:lnTo>
                      <a:pt x="1" y="2788"/>
                    </a:lnTo>
                    <a:lnTo>
                      <a:pt x="2788" y="2788"/>
                    </a:lnTo>
                    <a:lnTo>
                      <a:pt x="2788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480" bIns="51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1749;p59">
                <a:extLst>
                  <a:ext uri="{FF2B5EF4-FFF2-40B4-BE49-F238E27FC236}">
                    <a16:creationId xmlns:a16="http://schemas.microsoft.com/office/drawing/2014/main" id="{4F65DE93-9726-0D37-4D19-C7E76243863A}"/>
                  </a:ext>
                </a:extLst>
              </p:cNvPr>
              <p:cNvSpPr/>
              <p:nvPr/>
            </p:nvSpPr>
            <p:spPr>
              <a:xfrm flipH="1">
                <a:off x="7399080" y="1052280"/>
                <a:ext cx="117360" cy="11736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3179" h="3179">
                    <a:moveTo>
                      <a:pt x="1" y="0"/>
                    </a:moveTo>
                    <a:lnTo>
                      <a:pt x="1" y="3178"/>
                    </a:lnTo>
                    <a:lnTo>
                      <a:pt x="3179" y="3178"/>
                    </a:lnTo>
                    <a:lnTo>
                      <a:pt x="3179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8680" bIns="58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1750;p59">
                <a:extLst>
                  <a:ext uri="{FF2B5EF4-FFF2-40B4-BE49-F238E27FC236}">
                    <a16:creationId xmlns:a16="http://schemas.microsoft.com/office/drawing/2014/main" id="{BE1E698D-1A0F-019A-93E0-E82700E2146F}"/>
                  </a:ext>
                </a:extLst>
              </p:cNvPr>
              <p:cNvSpPr/>
              <p:nvPr/>
            </p:nvSpPr>
            <p:spPr>
              <a:xfrm flipH="1">
                <a:off x="7280640" y="1018440"/>
                <a:ext cx="61560" cy="61560"/>
              </a:xfrm>
              <a:custGeom>
                <a:avLst/>
                <a:gdLst>
                  <a:gd name="textAreaLeft" fmla="*/ -360 w 61560"/>
                  <a:gd name="textAreaRight" fmla="*/ 6156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674" h="1673">
                    <a:moveTo>
                      <a:pt x="1" y="0"/>
                    </a:moveTo>
                    <a:lnTo>
                      <a:pt x="1" y="1673"/>
                    </a:lnTo>
                    <a:lnTo>
                      <a:pt x="1673" y="1673"/>
                    </a:lnTo>
                    <a:lnTo>
                      <a:pt x="1673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1751;p59">
                <a:extLst>
                  <a:ext uri="{FF2B5EF4-FFF2-40B4-BE49-F238E27FC236}">
                    <a16:creationId xmlns:a16="http://schemas.microsoft.com/office/drawing/2014/main" id="{12233F87-39B2-2D01-3BAB-243F27737591}"/>
                  </a:ext>
                </a:extLst>
              </p:cNvPr>
              <p:cNvSpPr/>
              <p:nvPr/>
            </p:nvSpPr>
            <p:spPr>
              <a:xfrm flipH="1">
                <a:off x="7078680" y="1313280"/>
                <a:ext cx="61560" cy="61560"/>
              </a:xfrm>
              <a:custGeom>
                <a:avLst/>
                <a:gdLst>
                  <a:gd name="textAreaLeft" fmla="*/ -360 w 61560"/>
                  <a:gd name="textAreaRight" fmla="*/ 6156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674" h="1673">
                    <a:moveTo>
                      <a:pt x="1" y="0"/>
                    </a:moveTo>
                    <a:lnTo>
                      <a:pt x="1" y="1673"/>
                    </a:lnTo>
                    <a:lnTo>
                      <a:pt x="1673" y="1673"/>
                    </a:lnTo>
                    <a:lnTo>
                      <a:pt x="1673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752;p59">
                <a:extLst>
                  <a:ext uri="{FF2B5EF4-FFF2-40B4-BE49-F238E27FC236}">
                    <a16:creationId xmlns:a16="http://schemas.microsoft.com/office/drawing/2014/main" id="{9D6367F6-390B-E62D-EFC9-3D15B8BBC626}"/>
                  </a:ext>
                </a:extLst>
              </p:cNvPr>
              <p:cNvSpPr/>
              <p:nvPr/>
            </p:nvSpPr>
            <p:spPr>
              <a:xfrm flipH="1">
                <a:off x="8536320" y="3642840"/>
                <a:ext cx="89640" cy="90720"/>
              </a:xfrm>
              <a:custGeom>
                <a:avLst/>
                <a:gdLst>
                  <a:gd name="textAreaLeft" fmla="*/ -360 w 89640"/>
                  <a:gd name="textAreaRight" fmla="*/ 89640 w 8964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2426" h="2454">
                    <a:moveTo>
                      <a:pt x="1" y="0"/>
                    </a:moveTo>
                    <a:lnTo>
                      <a:pt x="1" y="2453"/>
                    </a:lnTo>
                    <a:lnTo>
                      <a:pt x="2426" y="2453"/>
                    </a:lnTo>
                    <a:lnTo>
                      <a:pt x="2426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360" bIns="45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1753;p59">
                <a:extLst>
                  <a:ext uri="{FF2B5EF4-FFF2-40B4-BE49-F238E27FC236}">
                    <a16:creationId xmlns:a16="http://schemas.microsoft.com/office/drawing/2014/main" id="{31F82840-4BC0-1DF5-6BF6-A10740C5C9EC}"/>
                  </a:ext>
                </a:extLst>
              </p:cNvPr>
              <p:cNvSpPr/>
              <p:nvPr/>
            </p:nvSpPr>
            <p:spPr>
              <a:xfrm flipH="1">
                <a:off x="8591040" y="3697560"/>
                <a:ext cx="104040" cy="104040"/>
              </a:xfrm>
              <a:custGeom>
                <a:avLst/>
                <a:gdLst>
                  <a:gd name="textAreaLeft" fmla="*/ -360 w 104040"/>
                  <a:gd name="textAreaRight" fmla="*/ 104040 w 104040"/>
                  <a:gd name="textAreaTop" fmla="*/ 0 h 104040"/>
                  <a:gd name="textAreaBottom" fmla="*/ 104400 h 104040"/>
                </a:gdLst>
                <a:ahLst/>
                <a:cxnLst/>
                <a:rect l="textAreaLeft" t="textAreaTop" r="textAreaRight" b="textAreaBottom"/>
                <a:pathLst>
                  <a:path w="2816" h="2817">
                    <a:moveTo>
                      <a:pt x="0" y="1"/>
                    </a:moveTo>
                    <a:lnTo>
                      <a:pt x="0" y="2816"/>
                    </a:lnTo>
                    <a:lnTo>
                      <a:pt x="2816" y="2816"/>
                    </a:lnTo>
                    <a:lnTo>
                      <a:pt x="2816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200" bIns="52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1754;p59">
                <a:extLst>
                  <a:ext uri="{FF2B5EF4-FFF2-40B4-BE49-F238E27FC236}">
                    <a16:creationId xmlns:a16="http://schemas.microsoft.com/office/drawing/2014/main" id="{33FEACD1-393C-142F-D72A-F8F46C8B9E69}"/>
                  </a:ext>
                </a:extLst>
              </p:cNvPr>
              <p:cNvSpPr/>
              <p:nvPr/>
            </p:nvSpPr>
            <p:spPr>
              <a:xfrm flipH="1">
                <a:off x="8683920" y="3612960"/>
                <a:ext cx="108360" cy="108000"/>
              </a:xfrm>
              <a:custGeom>
                <a:avLst/>
                <a:gdLst>
                  <a:gd name="textAreaLeft" fmla="*/ -360 w 108360"/>
                  <a:gd name="textAreaRight" fmla="*/ 108360 w 108360"/>
                  <a:gd name="textAreaTop" fmla="*/ 0 h 108000"/>
                  <a:gd name="textAreaBottom" fmla="*/ 108360 h 108000"/>
                </a:gdLst>
                <a:ahLst/>
                <a:cxnLst/>
                <a:rect l="textAreaLeft" t="textAreaTop" r="textAreaRight" b="textAreaBottom"/>
                <a:pathLst>
                  <a:path w="2928" h="2927">
                    <a:moveTo>
                      <a:pt x="1" y="0"/>
                    </a:moveTo>
                    <a:lnTo>
                      <a:pt x="1" y="2927"/>
                    </a:lnTo>
                    <a:lnTo>
                      <a:pt x="2928" y="2927"/>
                    </a:lnTo>
                    <a:lnTo>
                      <a:pt x="2928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000" bIns="54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1755;p59">
                <a:extLst>
                  <a:ext uri="{FF2B5EF4-FFF2-40B4-BE49-F238E27FC236}">
                    <a16:creationId xmlns:a16="http://schemas.microsoft.com/office/drawing/2014/main" id="{79175618-8645-7816-CC1A-F86D8DE0F95B}"/>
                  </a:ext>
                </a:extLst>
              </p:cNvPr>
              <p:cNvSpPr/>
              <p:nvPr/>
            </p:nvSpPr>
            <p:spPr>
              <a:xfrm flipH="1">
                <a:off x="8841600" y="3656520"/>
                <a:ext cx="38880" cy="39960"/>
              </a:xfrm>
              <a:custGeom>
                <a:avLst/>
                <a:gdLst>
                  <a:gd name="textAreaLeft" fmla="*/ 360 w 38880"/>
                  <a:gd name="textAreaRight" fmla="*/ 39600 w 38880"/>
                  <a:gd name="textAreaTop" fmla="*/ 0 h 39960"/>
                  <a:gd name="textAreaBottom" fmla="*/ 40320 h 39960"/>
                </a:gdLst>
                <a:ahLst/>
                <a:cxnLst/>
                <a:rect l="textAreaLeft" t="textAreaTop" r="textAreaRight" b="textAreaBottom"/>
                <a:pathLst>
                  <a:path w="1060" h="1088">
                    <a:moveTo>
                      <a:pt x="0" y="1"/>
                    </a:moveTo>
                    <a:lnTo>
                      <a:pt x="0" y="1088"/>
                    </a:lnTo>
                    <a:lnTo>
                      <a:pt x="1060" y="1088"/>
                    </a:lnTo>
                    <a:lnTo>
                      <a:pt x="1060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160" bIns="20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" name="Google Shape;1756;p59">
                <a:extLst>
                  <a:ext uri="{FF2B5EF4-FFF2-40B4-BE49-F238E27FC236}">
                    <a16:creationId xmlns:a16="http://schemas.microsoft.com/office/drawing/2014/main" id="{85E7D750-254B-6FBB-4CF3-E90D882398C2}"/>
                  </a:ext>
                </a:extLst>
              </p:cNvPr>
              <p:cNvSpPr/>
              <p:nvPr/>
            </p:nvSpPr>
            <p:spPr>
              <a:xfrm flipH="1">
                <a:off x="8772840" y="3846600"/>
                <a:ext cx="60840" cy="60840"/>
              </a:xfrm>
              <a:custGeom>
                <a:avLst/>
                <a:gdLst>
                  <a:gd name="textAreaLeft" fmla="*/ -360 w 60840"/>
                  <a:gd name="textAreaRight" fmla="*/ 60840 w 60840"/>
                  <a:gd name="textAreaTop" fmla="*/ 0 h 60840"/>
                  <a:gd name="textAreaBottom" fmla="*/ 61200 h 60840"/>
                </a:gdLst>
                <a:ahLst/>
                <a:cxnLst/>
                <a:rect l="textAreaLeft" t="textAreaTop" r="textAreaRight" b="textAreaBottom"/>
                <a:pathLst>
                  <a:path w="1646" h="1646">
                    <a:moveTo>
                      <a:pt x="1" y="1"/>
                    </a:moveTo>
                    <a:lnTo>
                      <a:pt x="1" y="1645"/>
                    </a:lnTo>
                    <a:lnTo>
                      <a:pt x="1645" y="1645"/>
                    </a:lnTo>
                    <a:lnTo>
                      <a:pt x="1645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600" bIns="30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" name="Google Shape;1757;p59">
                <a:extLst>
                  <a:ext uri="{FF2B5EF4-FFF2-40B4-BE49-F238E27FC236}">
                    <a16:creationId xmlns:a16="http://schemas.microsoft.com/office/drawing/2014/main" id="{8E919604-AA04-DA11-2064-DB08B618A70A}"/>
                  </a:ext>
                </a:extLst>
              </p:cNvPr>
              <p:cNvSpPr/>
              <p:nvPr/>
            </p:nvSpPr>
            <p:spPr>
              <a:xfrm flipH="1">
                <a:off x="8126640" y="1551240"/>
                <a:ext cx="62640" cy="62640"/>
              </a:xfrm>
              <a:custGeom>
                <a:avLst/>
                <a:gdLst>
                  <a:gd name="textAreaLeft" fmla="*/ 360 w 62640"/>
                  <a:gd name="textAreaRight" fmla="*/ 63360 w 62640"/>
                  <a:gd name="textAreaTop" fmla="*/ 0 h 62640"/>
                  <a:gd name="textAreaBottom" fmla="*/ 63000 h 62640"/>
                </a:gdLst>
                <a:ahLst/>
                <a:cxnLst/>
                <a:rect l="textAreaLeft" t="textAreaTop" r="textAreaRight" b="textAreaBottom"/>
                <a:pathLst>
                  <a:path w="1701" h="1701">
                    <a:moveTo>
                      <a:pt x="0" y="0"/>
                    </a:moveTo>
                    <a:lnTo>
                      <a:pt x="0" y="1700"/>
                    </a:lnTo>
                    <a:lnTo>
                      <a:pt x="1700" y="1700"/>
                    </a:lnTo>
                    <a:lnTo>
                      <a:pt x="1700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320" bIns="31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1758;p59">
                <a:extLst>
                  <a:ext uri="{FF2B5EF4-FFF2-40B4-BE49-F238E27FC236}">
                    <a16:creationId xmlns:a16="http://schemas.microsoft.com/office/drawing/2014/main" id="{4FE2B45C-8773-B3EA-8ADC-0DA51C3D82F9}"/>
                  </a:ext>
                </a:extLst>
              </p:cNvPr>
              <p:cNvSpPr/>
              <p:nvPr/>
            </p:nvSpPr>
            <p:spPr>
              <a:xfrm flipH="1">
                <a:off x="5668200" y="1684440"/>
                <a:ext cx="113400" cy="113400"/>
              </a:xfrm>
              <a:custGeom>
                <a:avLst/>
                <a:gdLst>
                  <a:gd name="textAreaLeft" fmla="*/ -360 w 113400"/>
                  <a:gd name="textAreaRight" fmla="*/ 113400 w 113400"/>
                  <a:gd name="textAreaTop" fmla="*/ 0 h 113400"/>
                  <a:gd name="textAreaBottom" fmla="*/ 113760 h 113400"/>
                </a:gdLst>
                <a:ahLst/>
                <a:cxnLst/>
                <a:rect l="textAreaLeft" t="textAreaTop" r="textAreaRight" b="textAreaBottom"/>
                <a:pathLst>
                  <a:path w="3067" h="3067">
                    <a:moveTo>
                      <a:pt x="1" y="0"/>
                    </a:moveTo>
                    <a:lnTo>
                      <a:pt x="1" y="3066"/>
                    </a:lnTo>
                    <a:lnTo>
                      <a:pt x="3067" y="3066"/>
                    </a:lnTo>
                    <a:lnTo>
                      <a:pt x="3067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880" bIns="56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" name="Google Shape;1759;p59">
                <a:extLst>
                  <a:ext uri="{FF2B5EF4-FFF2-40B4-BE49-F238E27FC236}">
                    <a16:creationId xmlns:a16="http://schemas.microsoft.com/office/drawing/2014/main" id="{D94AEFFB-7F4E-34DD-DC39-31C4AA45B7E0}"/>
                  </a:ext>
                </a:extLst>
              </p:cNvPr>
              <p:cNvSpPr/>
              <p:nvPr/>
            </p:nvSpPr>
            <p:spPr>
              <a:xfrm flipH="1">
                <a:off x="5736240" y="1752480"/>
                <a:ext cx="77040" cy="77040"/>
              </a:xfrm>
              <a:custGeom>
                <a:avLst/>
                <a:gdLst>
                  <a:gd name="textAreaLeft" fmla="*/ 360 w 77040"/>
                  <a:gd name="textAreaRight" fmla="*/ 77760 w 77040"/>
                  <a:gd name="textAreaTop" fmla="*/ 0 h 77040"/>
                  <a:gd name="textAreaBottom" fmla="*/ 77400 h 77040"/>
                </a:gdLst>
                <a:ahLst/>
                <a:cxnLst/>
                <a:rect l="textAreaLeft" t="textAreaTop" r="textAreaRight" b="textAreaBottom"/>
                <a:pathLst>
                  <a:path w="2092" h="2092">
                    <a:moveTo>
                      <a:pt x="0" y="1"/>
                    </a:moveTo>
                    <a:lnTo>
                      <a:pt x="0" y="2092"/>
                    </a:lnTo>
                    <a:lnTo>
                      <a:pt x="2091" y="2092"/>
                    </a:lnTo>
                    <a:lnTo>
                      <a:pt x="2091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520" bIns="38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" name="Google Shape;1760;p59">
                <a:extLst>
                  <a:ext uri="{FF2B5EF4-FFF2-40B4-BE49-F238E27FC236}">
                    <a16:creationId xmlns:a16="http://schemas.microsoft.com/office/drawing/2014/main" id="{B60FE6A9-45B7-426E-AD73-C139EECB2615}"/>
                  </a:ext>
                </a:extLst>
              </p:cNvPr>
              <p:cNvSpPr/>
              <p:nvPr/>
            </p:nvSpPr>
            <p:spPr>
              <a:xfrm flipH="1">
                <a:off x="6239520" y="4035600"/>
                <a:ext cx="102960" cy="102960"/>
              </a:xfrm>
              <a:custGeom>
                <a:avLst/>
                <a:gdLst>
                  <a:gd name="textAreaLeft" fmla="*/ 360 w 102960"/>
                  <a:gd name="textAreaRight" fmla="*/ 103680 w 102960"/>
                  <a:gd name="textAreaTop" fmla="*/ 0 h 102960"/>
                  <a:gd name="textAreaBottom" fmla="*/ 103320 h 102960"/>
                </a:gdLst>
                <a:ahLst/>
                <a:cxnLst/>
                <a:rect l="textAreaLeft" t="textAreaTop" r="textAreaRight" b="textAreaBottom"/>
                <a:pathLst>
                  <a:path w="2788" h="2789">
                    <a:moveTo>
                      <a:pt x="0" y="1"/>
                    </a:moveTo>
                    <a:lnTo>
                      <a:pt x="0" y="2789"/>
                    </a:lnTo>
                    <a:lnTo>
                      <a:pt x="2788" y="2789"/>
                    </a:lnTo>
                    <a:lnTo>
                      <a:pt x="2788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480" bIns="51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1761;p59">
                <a:extLst>
                  <a:ext uri="{FF2B5EF4-FFF2-40B4-BE49-F238E27FC236}">
                    <a16:creationId xmlns:a16="http://schemas.microsoft.com/office/drawing/2014/main" id="{50EF7F68-78BD-BCF9-D51E-2FBF699BDC6D}"/>
                  </a:ext>
                </a:extLst>
              </p:cNvPr>
              <p:cNvSpPr/>
              <p:nvPr/>
            </p:nvSpPr>
            <p:spPr>
              <a:xfrm flipH="1">
                <a:off x="6438240" y="4150440"/>
                <a:ext cx="42120" cy="42120"/>
              </a:xfrm>
              <a:custGeom>
                <a:avLst/>
                <a:gdLst>
                  <a:gd name="textAreaLeft" fmla="*/ -360 w 42120"/>
                  <a:gd name="textAreaRight" fmla="*/ 42120 w 42120"/>
                  <a:gd name="textAreaTop" fmla="*/ 0 h 42120"/>
                  <a:gd name="textAreaBottom" fmla="*/ 42480 h 42120"/>
                </a:gdLst>
                <a:ahLst/>
                <a:cxnLst/>
                <a:rect l="textAreaLeft" t="textAreaTop" r="textAreaRight" b="textAreaBottom"/>
                <a:pathLst>
                  <a:path w="1144" h="1144">
                    <a:moveTo>
                      <a:pt x="1" y="0"/>
                    </a:moveTo>
                    <a:lnTo>
                      <a:pt x="1" y="1143"/>
                    </a:lnTo>
                    <a:lnTo>
                      <a:pt x="1144" y="1143"/>
                    </a:lnTo>
                    <a:lnTo>
                      <a:pt x="1144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240" bIns="21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" name="Google Shape;1762;p59">
                <a:extLst>
                  <a:ext uri="{FF2B5EF4-FFF2-40B4-BE49-F238E27FC236}">
                    <a16:creationId xmlns:a16="http://schemas.microsoft.com/office/drawing/2014/main" id="{C27A438C-DA45-FCEB-8CA8-BE738ED7EABF}"/>
                  </a:ext>
                </a:extLst>
              </p:cNvPr>
              <p:cNvSpPr/>
              <p:nvPr/>
            </p:nvSpPr>
            <p:spPr>
              <a:xfrm flipH="1">
                <a:off x="6464880" y="3909600"/>
                <a:ext cx="77040" cy="77040"/>
              </a:xfrm>
              <a:custGeom>
                <a:avLst/>
                <a:gdLst>
                  <a:gd name="textAreaLeft" fmla="*/ 360 w 77040"/>
                  <a:gd name="textAreaRight" fmla="*/ 77760 w 77040"/>
                  <a:gd name="textAreaTop" fmla="*/ 0 h 77040"/>
                  <a:gd name="textAreaBottom" fmla="*/ 77400 h 77040"/>
                </a:gdLst>
                <a:ahLst/>
                <a:cxnLst/>
                <a:rect l="textAreaLeft" t="textAreaTop" r="textAreaRight" b="textAreaBottom"/>
                <a:pathLst>
                  <a:path w="2091" h="2091">
                    <a:moveTo>
                      <a:pt x="0" y="0"/>
                    </a:moveTo>
                    <a:lnTo>
                      <a:pt x="0" y="2091"/>
                    </a:lnTo>
                    <a:lnTo>
                      <a:pt x="2091" y="2091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520" bIns="38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" name="Google Shape;1763;p59">
                <a:extLst>
                  <a:ext uri="{FF2B5EF4-FFF2-40B4-BE49-F238E27FC236}">
                    <a16:creationId xmlns:a16="http://schemas.microsoft.com/office/drawing/2014/main" id="{24AC49C8-3CFC-E979-24CD-2DC55A419B0D}"/>
                  </a:ext>
                </a:extLst>
              </p:cNvPr>
              <p:cNvSpPr/>
              <p:nvPr/>
            </p:nvSpPr>
            <p:spPr>
              <a:xfrm flipH="1">
                <a:off x="6521040" y="3967560"/>
                <a:ext cx="61560" cy="61560"/>
              </a:xfrm>
              <a:custGeom>
                <a:avLst/>
                <a:gdLst>
                  <a:gd name="textAreaLeft" fmla="*/ -360 w 61560"/>
                  <a:gd name="textAreaRight" fmla="*/ 6156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673" h="1673">
                    <a:moveTo>
                      <a:pt x="0" y="0"/>
                    </a:moveTo>
                    <a:lnTo>
                      <a:pt x="0" y="1673"/>
                    </a:lnTo>
                    <a:lnTo>
                      <a:pt x="1673" y="1673"/>
                    </a:lnTo>
                    <a:lnTo>
                      <a:pt x="1673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" name="Google Shape;1764;p59">
                <a:extLst>
                  <a:ext uri="{FF2B5EF4-FFF2-40B4-BE49-F238E27FC236}">
                    <a16:creationId xmlns:a16="http://schemas.microsoft.com/office/drawing/2014/main" id="{5E2BEF40-A847-013F-0012-189E3C6A4AAC}"/>
                  </a:ext>
                </a:extLst>
              </p:cNvPr>
              <p:cNvSpPr/>
              <p:nvPr/>
            </p:nvSpPr>
            <p:spPr>
              <a:xfrm flipH="1">
                <a:off x="6606720" y="3915720"/>
                <a:ext cx="39960" cy="39960"/>
              </a:xfrm>
              <a:custGeom>
                <a:avLst/>
                <a:gdLst>
                  <a:gd name="textAreaLeft" fmla="*/ -360 w 39960"/>
                  <a:gd name="textAreaRight" fmla="*/ 39960 w 39960"/>
                  <a:gd name="textAreaTop" fmla="*/ 0 h 39960"/>
                  <a:gd name="textAreaBottom" fmla="*/ 40320 h 39960"/>
                </a:gdLst>
                <a:ahLst/>
                <a:cxnLst/>
                <a:rect l="textAreaLeft" t="textAreaTop" r="textAreaRight" b="textAreaBottom"/>
                <a:pathLst>
                  <a:path w="1088" h="1088">
                    <a:moveTo>
                      <a:pt x="0" y="0"/>
                    </a:moveTo>
                    <a:lnTo>
                      <a:pt x="0" y="1088"/>
                    </a:lnTo>
                    <a:lnTo>
                      <a:pt x="1087" y="1088"/>
                    </a:lnTo>
                    <a:lnTo>
                      <a:pt x="1087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160" bIns="20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1765;p59">
                <a:extLst>
                  <a:ext uri="{FF2B5EF4-FFF2-40B4-BE49-F238E27FC236}">
                    <a16:creationId xmlns:a16="http://schemas.microsoft.com/office/drawing/2014/main" id="{454EC998-72B4-677B-E064-B5DCDA758B79}"/>
                  </a:ext>
                </a:extLst>
              </p:cNvPr>
              <p:cNvSpPr/>
              <p:nvPr/>
            </p:nvSpPr>
            <p:spPr>
              <a:xfrm flipH="1">
                <a:off x="6431040" y="3863160"/>
                <a:ext cx="25560" cy="25560"/>
              </a:xfrm>
              <a:custGeom>
                <a:avLst/>
                <a:gdLst>
                  <a:gd name="textAreaLeft" fmla="*/ -360 w 25560"/>
                  <a:gd name="textAreaRight" fmla="*/ 25560 w 25560"/>
                  <a:gd name="textAreaTop" fmla="*/ 0 h 25560"/>
                  <a:gd name="textAreaBottom" fmla="*/ 25920 h 25560"/>
                </a:gdLst>
                <a:ahLst/>
                <a:cxnLst/>
                <a:rect l="textAreaLeft" t="textAreaTop" r="textAreaRight" b="textAreaBottom"/>
                <a:pathLst>
                  <a:path w="697" h="698">
                    <a:moveTo>
                      <a:pt x="0" y="1"/>
                    </a:moveTo>
                    <a:lnTo>
                      <a:pt x="0" y="698"/>
                    </a:lnTo>
                    <a:lnTo>
                      <a:pt x="697" y="698"/>
                    </a:lnTo>
                    <a:lnTo>
                      <a:pt x="697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960" bIns="12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3508115"/>
      </p:ext>
    </p:extLst>
  </p:cSld>
  <p:clrMapOvr>
    <a:masterClrMapping/>
  </p:clrMapOvr>
</p:sld>
</file>

<file path=ppt/theme/theme1.xml><?xml version="1.0" encoding="utf-8"?>
<a:theme xmlns:a="http://schemas.openxmlformats.org/drawingml/2006/main" name="Virtual Metaverse Project Proposal by Slidesgo">
  <a:themeElements>
    <a:clrScheme name="Simple Light">
      <a:dk1>
        <a:srgbClr val="FFFFFF"/>
      </a:dk1>
      <a:lt1>
        <a:srgbClr val="0D092A"/>
      </a:lt1>
      <a:dk2>
        <a:srgbClr val="3333B8"/>
      </a:dk2>
      <a:lt2>
        <a:srgbClr val="35CFDB"/>
      </a:lt2>
      <a:accent1>
        <a:srgbClr val="92F7FF"/>
      </a:accent1>
      <a:accent2>
        <a:srgbClr val="3F3FD8"/>
      </a:accent2>
      <a:accent3>
        <a:srgbClr val="A6ABFF"/>
      </a:accent3>
      <a:accent4>
        <a:srgbClr val="0F89A5"/>
      </a:accent4>
      <a:accent5>
        <a:srgbClr val="EDDEFF"/>
      </a:accent5>
      <a:accent6>
        <a:srgbClr val="09066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334</Words>
  <Application>Microsoft Office PowerPoint</Application>
  <PresentationFormat>On-screen Show (16:9)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Archivo</vt:lpstr>
      <vt:lpstr>Arial</vt:lpstr>
      <vt:lpstr>OpenSymbol</vt:lpstr>
      <vt:lpstr>Orbitron</vt:lpstr>
      <vt:lpstr>Symbol</vt:lpstr>
      <vt:lpstr>Wingdings</vt:lpstr>
      <vt:lpstr>Virtual Metaverse Project Proposal by Slidesgo</vt:lpstr>
      <vt:lpstr>AI in Smart Cities and Transportation</vt:lpstr>
      <vt:lpstr>Smart Cities &amp; AI: Revolutionizing How We Move</vt:lpstr>
      <vt:lpstr>What is a Smart City?</vt:lpstr>
      <vt:lpstr>Case Study – Singapore’s Smart Mobility</vt:lpstr>
      <vt:lpstr>Key Benefits – Why Use AI?</vt:lpstr>
      <vt:lpstr>Implementation Challenges</vt:lpstr>
      <vt:lpstr>Ethical Considerations</vt:lpstr>
      <vt:lpstr>Societal Impact</vt:lpstr>
      <vt:lpstr>Future Trends</vt:lpstr>
      <vt:lpstr>Recommendations</vt:lpstr>
      <vt:lpstr>Conclusion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Mukadas Malek</dc:creator>
  <cp:lastModifiedBy>Mukadas Malek</cp:lastModifiedBy>
  <cp:revision>3</cp:revision>
  <dcterms:modified xsi:type="dcterms:W3CDTF">2026-03-28T13:31:38Z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2026-03-28T12:37:39Z</dcterms:created>
  <dc:creator>Unknown Creator</dc:creator>
  <dc:description/>
  <dc:language>en-US</dc:language>
  <cp:lastModifiedBy>Unknown Creator</cp:lastModifiedBy>
  <dcterms:modified xsi:type="dcterms:W3CDTF">2026-03-28T12:37:39Z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